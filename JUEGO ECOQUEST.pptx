
<file path=[Content_Types].xml><?xml version="1.0" encoding="utf-8"?>
<Types xmlns="http://schemas.openxmlformats.org/package/2006/content-types">
  <Default Extension="jpeg" ContentType="image/jpeg"/>
  <Default Extension="jp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diagrams/data1.xml" ContentType="application/vnd.openxmlformats-officedocument.drawingml.diagramData+xml"/>
  <Override PartName="/ppt/diagrams/layout1.xml" ContentType="application/vnd.openxmlformats-officedocument.drawingml.diagramLayout+xml"/>
  <Override PartName="/ppt/diagrams/quickStyle1.xml" ContentType="application/vnd.openxmlformats-officedocument.drawingml.diagramStyle+xml"/>
  <Override PartName="/ppt/diagrams/colors1.xml" ContentType="application/vnd.openxmlformats-officedocument.drawingml.diagramColors+xml"/>
  <Override PartName="/ppt/diagrams/drawing1.xml" ContentType="application/vnd.ms-office.drawingml.diagramDrawing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</p:sldMasterIdLst>
  <p:sldIdLst>
    <p:sldId id="256" r:id="rId2"/>
    <p:sldId id="261" r:id="rId3"/>
    <p:sldId id="257" r:id="rId4"/>
    <p:sldId id="264" r:id="rId5"/>
    <p:sldId id="265" r:id="rId6"/>
    <p:sldId id="258" r:id="rId7"/>
  </p:sldIdLst>
  <p:sldSz cx="12192000" cy="6858000"/>
  <p:notesSz cx="6858000" cy="9144000"/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144D8A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4995" autoAdjust="0"/>
    <p:restoredTop sz="94660"/>
  </p:normalViewPr>
  <p:slideViewPr>
    <p:cSldViewPr snapToGrid="0">
      <p:cViewPr varScale="1">
        <p:scale>
          <a:sx n="81" d="100"/>
          <a:sy n="81" d="100"/>
        </p:scale>
        <p:origin x="677" y="67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ableStyles" Target="tableStyles.xml"/><Relationship Id="rId5" Type="http://schemas.openxmlformats.org/officeDocument/2006/relationships/slide" Target="slides/slide4.xml"/><Relationship Id="rId10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viewProps" Target="viewProps.xml"/></Relationships>
</file>

<file path=ppt/diagrams/colors1.xml><?xml version="1.0" encoding="utf-8"?>
<dgm:colorsDef xmlns:dgm="http://schemas.openxmlformats.org/drawingml/2006/diagram" xmlns:a="http://schemas.openxmlformats.org/drawingml/2006/main" uniqueId="urn:microsoft.com/office/officeart/2005/8/colors/accent6_2">
  <dgm:title val=""/>
  <dgm:desc val=""/>
  <dgm:catLst>
    <dgm:cat type="accent6" pri="11200"/>
  </dgm:catLst>
  <dgm:styleLbl name="node0">
    <dgm:fillClrLst meth="repeat"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node1">
    <dgm:fillClrLst meth="repeat"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6"/>
    </dgm:fillClrLst>
    <dgm:linClrLst meth="repeat">
      <a:schemeClr val="accent6"/>
    </dgm:linClrLst>
    <dgm:effectClrLst/>
    <dgm:txLinClrLst/>
    <dgm:txFillClrLst/>
    <dgm:txEffectClrLst/>
  </dgm:styleLbl>
  <dgm:styleLbl name="lnNode1">
    <dgm:fillClrLst meth="repeat"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6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6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6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6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6">
        <a:tint val="60000"/>
      </a:schemeClr>
    </dgm:fillClrLst>
    <dgm:linClrLst meth="repeat">
      <a:schemeClr val="accent6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6">
        <a:tint val="60000"/>
      </a:schemeClr>
    </dgm:fillClrLst>
    <dgm:linClrLst meth="repeat">
      <a:schemeClr val="accent6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6">
        <a:tint val="60000"/>
      </a:schemeClr>
    </dgm:fillClrLst>
    <dgm:linClrLst meth="repeat">
      <a:schemeClr val="accent6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6"/>
    </dgm:fillClrLst>
    <dgm:linClrLst meth="repeat">
      <a:schemeClr val="accent6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6"/>
    </dgm:fillClrLst>
    <dgm:linClrLst meth="repeat">
      <a:schemeClr val="accent6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6">
        <a:tint val="60000"/>
      </a:schemeClr>
    </dgm:fillClrLst>
    <dgm:linClrLst meth="repeat">
      <a:schemeClr val="accent6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6"/>
    </dgm:fillClrLst>
    <dgm:linClrLst meth="repeat">
      <a:schemeClr val="accent6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6"/>
    </dgm:fillClrLst>
    <dgm:linClrLst meth="repeat">
      <a:schemeClr val="accent6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6"/>
    </dgm:fillClrLst>
    <dgm:linClrLst meth="repeat">
      <a:schemeClr val="accent6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6"/>
    </dgm:fillClrLst>
    <dgm:linClrLst meth="repeat">
      <a:schemeClr val="accent6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6"/>
    </dgm:fillClrLst>
    <dgm:linClrLst meth="repeat">
      <a:schemeClr val="accent6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6"/>
    </dgm:fillClrLst>
    <dgm:linClrLst meth="repeat">
      <a:schemeClr val="accent6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6"/>
    </dgm:fillClrLst>
    <dgm:linClrLst meth="repeat">
      <a:schemeClr val="accent6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6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6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6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6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6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6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6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6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6">
        <a:alpha val="90000"/>
        <a:tint val="40000"/>
      </a:schemeClr>
    </dgm:fillClrLst>
    <dgm:linClrLst meth="repeat">
      <a:schemeClr val="accent6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6">
        <a:alpha val="90000"/>
        <a:tint val="40000"/>
      </a:schemeClr>
    </dgm:fillClrLst>
    <dgm:linClrLst meth="repeat">
      <a:schemeClr val="accent6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6">
        <a:alpha val="90000"/>
        <a:tint val="40000"/>
      </a:schemeClr>
    </dgm:fillClrLst>
    <dgm:linClrLst meth="repeat">
      <a:schemeClr val="accent6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6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6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6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6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6">
        <a:tint val="40000"/>
      </a:schemeClr>
    </dgm:fillClrLst>
    <dgm:linClrLst meth="repeat">
      <a:schemeClr val="accent6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6">
        <a:shade val="80000"/>
      </a:schemeClr>
    </dgm:fillClrLst>
    <dgm:linClrLst meth="repeat">
      <a:schemeClr val="accent6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6">
        <a:tint val="50000"/>
        <a:alpha val="40000"/>
      </a:schemeClr>
    </dgm:fillClrLst>
    <dgm:linClrLst meth="repeat">
      <a:schemeClr val="accent6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6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data1.xml><?xml version="1.0" encoding="utf-8"?>
<dgm:dataModel xmlns:dgm="http://schemas.openxmlformats.org/drawingml/2006/diagram" xmlns:a="http://schemas.openxmlformats.org/drawingml/2006/main">
  <dgm:ptLst>
    <dgm:pt modelId="{5B7B4B1B-BD57-42BE-BEDE-245D7831D930}" type="doc">
      <dgm:prSet loTypeId="urn:microsoft.com/office/officeart/2005/8/layout/orgChart1" loCatId="hierarchy" qsTypeId="urn:microsoft.com/office/officeart/2005/8/quickstyle/simple3" qsCatId="simple" csTypeId="urn:microsoft.com/office/officeart/2005/8/colors/accent6_2" csCatId="accent6" phldr="1"/>
      <dgm:spPr/>
      <dgm:t>
        <a:bodyPr/>
        <a:lstStyle/>
        <a:p>
          <a:endParaRPr lang="es-CO"/>
        </a:p>
      </dgm:t>
    </dgm:pt>
    <dgm:pt modelId="{53E3FBEB-89A8-434B-9F04-4AEC282F8631}">
      <dgm:prSet phldrT="[Texto]" custT="1"/>
      <dgm:spPr/>
      <dgm:t>
        <a:bodyPr/>
        <a:lstStyle/>
        <a:p>
          <a:r>
            <a:rPr lang="es-CO" sz="2000" dirty="0">
              <a:latin typeface="Arial" panose="020B0604020202020204" pitchFamily="34" charset="0"/>
              <a:cs typeface="Arial" panose="020B0604020202020204" pitchFamily="34" charset="0"/>
            </a:rPr>
            <a:t>El jugador inicia en el menú principal</a:t>
          </a:r>
        </a:p>
      </dgm:t>
    </dgm:pt>
    <dgm:pt modelId="{8EB70FC8-32D6-4AA5-AC0F-1CBC2A622DAD}" type="parTrans" cxnId="{76B2DE4B-24FE-4478-8413-50ECC2C47054}">
      <dgm:prSet/>
      <dgm:spPr/>
      <dgm:t>
        <a:bodyPr/>
        <a:lstStyle/>
        <a:p>
          <a:endParaRPr lang="es-CO"/>
        </a:p>
      </dgm:t>
    </dgm:pt>
    <dgm:pt modelId="{9FDFED88-17F6-421A-9EE6-AE792159DBE0}" type="sibTrans" cxnId="{76B2DE4B-24FE-4478-8413-50ECC2C47054}">
      <dgm:prSet/>
      <dgm:spPr/>
      <dgm:t>
        <a:bodyPr/>
        <a:lstStyle/>
        <a:p>
          <a:endParaRPr lang="es-CO"/>
        </a:p>
      </dgm:t>
    </dgm:pt>
    <dgm:pt modelId="{59FAB89F-151A-41D6-B9BF-EDEFCED76E29}">
      <dgm:prSet phldrT="[Texto]" custT="1"/>
      <dgm:spPr/>
      <dgm:t>
        <a:bodyPr/>
        <a:lstStyle/>
        <a:p>
          <a:r>
            <a:rPr lang="es-CO" sz="2000" dirty="0"/>
            <a:t>Inicia Nivel 1</a:t>
          </a:r>
        </a:p>
      </dgm:t>
    </dgm:pt>
    <dgm:pt modelId="{429C6A48-8D01-418E-9F3A-9E9237931389}" type="parTrans" cxnId="{3E2D1A31-5854-46C3-866E-783083EA2C2B}">
      <dgm:prSet/>
      <dgm:spPr/>
      <dgm:t>
        <a:bodyPr/>
        <a:lstStyle/>
        <a:p>
          <a:endParaRPr lang="es-CO"/>
        </a:p>
      </dgm:t>
    </dgm:pt>
    <dgm:pt modelId="{ACE53DE4-8806-4E7A-8A3A-91903361E970}" type="sibTrans" cxnId="{3E2D1A31-5854-46C3-866E-783083EA2C2B}">
      <dgm:prSet/>
      <dgm:spPr/>
      <dgm:t>
        <a:bodyPr/>
        <a:lstStyle/>
        <a:p>
          <a:endParaRPr lang="es-CO"/>
        </a:p>
      </dgm:t>
    </dgm:pt>
    <dgm:pt modelId="{E136CE2A-ED32-4163-AF09-6BE6A7F216F7}">
      <dgm:prSet phldrT="[Texto]" custT="1"/>
      <dgm:spPr/>
      <dgm:t>
        <a:bodyPr/>
        <a:lstStyle/>
        <a:p>
          <a:r>
            <a:rPr lang="es-CO" sz="2000" dirty="0"/>
            <a:t>Recolección de basura</a:t>
          </a:r>
        </a:p>
      </dgm:t>
    </dgm:pt>
    <dgm:pt modelId="{95F9EBA7-FF56-4103-9AA4-C699B7AC4685}" type="parTrans" cxnId="{60DDE261-3E95-4483-9046-D3530FE9EBF5}">
      <dgm:prSet/>
      <dgm:spPr/>
      <dgm:t>
        <a:bodyPr/>
        <a:lstStyle/>
        <a:p>
          <a:endParaRPr lang="es-CO"/>
        </a:p>
      </dgm:t>
    </dgm:pt>
    <dgm:pt modelId="{F0C8F404-77F7-4BAF-BECD-28A42E1C796A}" type="sibTrans" cxnId="{60DDE261-3E95-4483-9046-D3530FE9EBF5}">
      <dgm:prSet/>
      <dgm:spPr/>
      <dgm:t>
        <a:bodyPr/>
        <a:lstStyle/>
        <a:p>
          <a:endParaRPr lang="es-CO"/>
        </a:p>
      </dgm:t>
    </dgm:pt>
    <dgm:pt modelId="{D524FBB0-5877-4F02-BBA7-F14174D2BDC8}">
      <dgm:prSet phldrT="[Texto]" custT="1"/>
      <dgm:spPr/>
      <dgm:t>
        <a:bodyPr/>
        <a:lstStyle/>
        <a:p>
          <a:r>
            <a:rPr lang="es-CO" sz="2000" dirty="0"/>
            <a:t>Fin del juego</a:t>
          </a:r>
        </a:p>
      </dgm:t>
    </dgm:pt>
    <dgm:pt modelId="{40BD9442-F46A-4E38-9C69-3FFCF2FE9BD0}" type="parTrans" cxnId="{63C1090C-37D9-4E9F-B44B-65D3C568E3A2}">
      <dgm:prSet/>
      <dgm:spPr/>
      <dgm:t>
        <a:bodyPr/>
        <a:lstStyle/>
        <a:p>
          <a:endParaRPr lang="es-CO"/>
        </a:p>
      </dgm:t>
    </dgm:pt>
    <dgm:pt modelId="{99886125-2F3B-4575-ABAC-6531376A472A}" type="sibTrans" cxnId="{63C1090C-37D9-4E9F-B44B-65D3C568E3A2}">
      <dgm:prSet/>
      <dgm:spPr/>
      <dgm:t>
        <a:bodyPr/>
        <a:lstStyle/>
        <a:p>
          <a:endParaRPr lang="es-CO"/>
        </a:p>
      </dgm:t>
    </dgm:pt>
    <dgm:pt modelId="{8D66C38C-F7C1-40A7-8DBE-EF03B62B51DC}">
      <dgm:prSet custT="1"/>
      <dgm:spPr/>
      <dgm:t>
        <a:bodyPr/>
        <a:lstStyle/>
        <a:p>
          <a:r>
            <a:rPr lang="es-CO" sz="1800" dirty="0"/>
            <a:t>Escena del Nivel        jugador, basura,     enemigos, contador. </a:t>
          </a:r>
          <a:endParaRPr lang="es-CO" sz="2200" dirty="0"/>
        </a:p>
      </dgm:t>
    </dgm:pt>
    <dgm:pt modelId="{36BEFC9F-CB7F-426D-A18E-552B73CA2B77}" type="parTrans" cxnId="{DCF09E8F-AFC8-4619-B136-7512C9F8DEE7}">
      <dgm:prSet/>
      <dgm:spPr/>
      <dgm:t>
        <a:bodyPr/>
        <a:lstStyle/>
        <a:p>
          <a:endParaRPr lang="es-CO"/>
        </a:p>
      </dgm:t>
    </dgm:pt>
    <dgm:pt modelId="{AF00084C-CC2D-4AF7-B640-2530BB737087}" type="sibTrans" cxnId="{DCF09E8F-AFC8-4619-B136-7512C9F8DEE7}">
      <dgm:prSet/>
      <dgm:spPr/>
      <dgm:t>
        <a:bodyPr/>
        <a:lstStyle/>
        <a:p>
          <a:endParaRPr lang="es-CO"/>
        </a:p>
      </dgm:t>
    </dgm:pt>
    <dgm:pt modelId="{22AF5031-7C79-4BD1-8F37-557ADD6E3AAE}">
      <dgm:prSet custT="1"/>
      <dgm:spPr/>
      <dgm:t>
        <a:bodyPr/>
        <a:lstStyle/>
        <a:p>
          <a:r>
            <a:rPr lang="es-CO" sz="1800" dirty="0"/>
            <a:t>Cambia el fondo a la medida que se recolecta la basura e incrementa los enemigos</a:t>
          </a:r>
          <a:r>
            <a:rPr lang="es-CO" sz="2000" dirty="0"/>
            <a:t>.</a:t>
          </a:r>
        </a:p>
      </dgm:t>
    </dgm:pt>
    <dgm:pt modelId="{8F0A00A3-EC88-494F-A2B8-13A98C306BCF}" type="parTrans" cxnId="{7B92EF45-BD94-4C2A-A6DD-66A6D1CB01A3}">
      <dgm:prSet/>
      <dgm:spPr/>
      <dgm:t>
        <a:bodyPr/>
        <a:lstStyle/>
        <a:p>
          <a:endParaRPr lang="es-CO"/>
        </a:p>
      </dgm:t>
    </dgm:pt>
    <dgm:pt modelId="{547B1F0F-EF1C-4FBB-A25A-6927D9D1AC0C}" type="sibTrans" cxnId="{7B92EF45-BD94-4C2A-A6DD-66A6D1CB01A3}">
      <dgm:prSet/>
      <dgm:spPr/>
      <dgm:t>
        <a:bodyPr/>
        <a:lstStyle/>
        <a:p>
          <a:endParaRPr lang="es-CO"/>
        </a:p>
      </dgm:t>
    </dgm:pt>
    <dgm:pt modelId="{E3717B9E-E3A8-4C26-8783-15881808AEF1}">
      <dgm:prSet custT="1"/>
      <dgm:spPr/>
      <dgm:t>
        <a:bodyPr/>
        <a:lstStyle/>
        <a:p>
          <a:r>
            <a:rPr lang="es-CO" sz="1800" dirty="0"/>
            <a:t>Mensaje de victoria y pasa al siguiente nivel o si se desea reiniciar el juego. </a:t>
          </a:r>
        </a:p>
      </dgm:t>
    </dgm:pt>
    <dgm:pt modelId="{4903BFA9-ACAF-46A6-84E9-C8B02FD1A1A0}" type="parTrans" cxnId="{738AAD78-331D-47DA-9134-5028A4CE5A42}">
      <dgm:prSet/>
      <dgm:spPr/>
      <dgm:t>
        <a:bodyPr/>
        <a:lstStyle/>
        <a:p>
          <a:endParaRPr lang="es-CO"/>
        </a:p>
      </dgm:t>
    </dgm:pt>
    <dgm:pt modelId="{FFDC4537-3AE5-4D6D-B57F-0623C462495C}" type="sibTrans" cxnId="{738AAD78-331D-47DA-9134-5028A4CE5A42}">
      <dgm:prSet/>
      <dgm:spPr/>
      <dgm:t>
        <a:bodyPr/>
        <a:lstStyle/>
        <a:p>
          <a:endParaRPr lang="es-CO"/>
        </a:p>
      </dgm:t>
    </dgm:pt>
    <dgm:pt modelId="{26084086-C0EC-4765-8470-FAE988871477}" type="pres">
      <dgm:prSet presAssocID="{5B7B4B1B-BD57-42BE-BEDE-245D7831D930}" presName="hierChild1" presStyleCnt="0">
        <dgm:presLayoutVars>
          <dgm:orgChart val="1"/>
          <dgm:chPref val="1"/>
          <dgm:dir/>
          <dgm:animOne val="branch"/>
          <dgm:animLvl val="lvl"/>
          <dgm:resizeHandles/>
        </dgm:presLayoutVars>
      </dgm:prSet>
      <dgm:spPr/>
    </dgm:pt>
    <dgm:pt modelId="{3A0E9EBB-7FDD-482E-AED0-F31CCA0031AB}" type="pres">
      <dgm:prSet presAssocID="{53E3FBEB-89A8-434B-9F04-4AEC282F8631}" presName="hierRoot1" presStyleCnt="0">
        <dgm:presLayoutVars>
          <dgm:hierBranch val="init"/>
        </dgm:presLayoutVars>
      </dgm:prSet>
      <dgm:spPr/>
    </dgm:pt>
    <dgm:pt modelId="{68195B88-5D19-4DD8-8CEC-E6EBEF90B7DC}" type="pres">
      <dgm:prSet presAssocID="{53E3FBEB-89A8-434B-9F04-4AEC282F8631}" presName="rootComposite1" presStyleCnt="0"/>
      <dgm:spPr/>
    </dgm:pt>
    <dgm:pt modelId="{874C13FA-0A5A-4DBB-A142-B6E08DAAC5E7}" type="pres">
      <dgm:prSet presAssocID="{53E3FBEB-89A8-434B-9F04-4AEC282F8631}" presName="rootText1" presStyleLbl="node0" presStyleIdx="0" presStyleCnt="1">
        <dgm:presLayoutVars>
          <dgm:chPref val="3"/>
        </dgm:presLayoutVars>
      </dgm:prSet>
      <dgm:spPr/>
    </dgm:pt>
    <dgm:pt modelId="{37780FAD-A3BC-4708-A339-3AD00AD3F923}" type="pres">
      <dgm:prSet presAssocID="{53E3FBEB-89A8-434B-9F04-4AEC282F8631}" presName="rootConnector1" presStyleLbl="node1" presStyleIdx="0" presStyleCnt="0"/>
      <dgm:spPr/>
    </dgm:pt>
    <dgm:pt modelId="{01AC908C-D6D3-446E-BF94-FED1879FEA33}" type="pres">
      <dgm:prSet presAssocID="{53E3FBEB-89A8-434B-9F04-4AEC282F8631}" presName="hierChild2" presStyleCnt="0"/>
      <dgm:spPr/>
    </dgm:pt>
    <dgm:pt modelId="{B5A3CA72-6032-4DE8-AF72-1DC540B9FACB}" type="pres">
      <dgm:prSet presAssocID="{429C6A48-8D01-418E-9F3A-9E9237931389}" presName="Name37" presStyleLbl="parChTrans1D2" presStyleIdx="0" presStyleCnt="3"/>
      <dgm:spPr/>
    </dgm:pt>
    <dgm:pt modelId="{98372A0F-1D1B-4EF9-9753-238CFA383314}" type="pres">
      <dgm:prSet presAssocID="{59FAB89F-151A-41D6-B9BF-EDEFCED76E29}" presName="hierRoot2" presStyleCnt="0">
        <dgm:presLayoutVars>
          <dgm:hierBranch val="init"/>
        </dgm:presLayoutVars>
      </dgm:prSet>
      <dgm:spPr/>
    </dgm:pt>
    <dgm:pt modelId="{77C10E39-85B6-48F3-9670-0166EF69043D}" type="pres">
      <dgm:prSet presAssocID="{59FAB89F-151A-41D6-B9BF-EDEFCED76E29}" presName="rootComposite" presStyleCnt="0"/>
      <dgm:spPr/>
    </dgm:pt>
    <dgm:pt modelId="{9BFE1577-E7C8-4E4A-8CFD-184274E254C7}" type="pres">
      <dgm:prSet presAssocID="{59FAB89F-151A-41D6-B9BF-EDEFCED76E29}" presName="rootText" presStyleLbl="node2" presStyleIdx="0" presStyleCnt="3">
        <dgm:presLayoutVars>
          <dgm:chPref val="3"/>
        </dgm:presLayoutVars>
      </dgm:prSet>
      <dgm:spPr/>
    </dgm:pt>
    <dgm:pt modelId="{86318E1E-46E2-4FE0-A99C-A423DF7082CE}" type="pres">
      <dgm:prSet presAssocID="{59FAB89F-151A-41D6-B9BF-EDEFCED76E29}" presName="rootConnector" presStyleLbl="node2" presStyleIdx="0" presStyleCnt="3"/>
      <dgm:spPr/>
    </dgm:pt>
    <dgm:pt modelId="{1C6E05F7-9DB9-4F61-93D2-80D0E1EE5E98}" type="pres">
      <dgm:prSet presAssocID="{59FAB89F-151A-41D6-B9BF-EDEFCED76E29}" presName="hierChild4" presStyleCnt="0"/>
      <dgm:spPr/>
    </dgm:pt>
    <dgm:pt modelId="{29E380AE-4261-426B-8DB2-BF0AE62702DD}" type="pres">
      <dgm:prSet presAssocID="{36BEFC9F-CB7F-426D-A18E-552B73CA2B77}" presName="Name37" presStyleLbl="parChTrans1D3" presStyleIdx="0" presStyleCnt="3"/>
      <dgm:spPr/>
    </dgm:pt>
    <dgm:pt modelId="{CDD418DF-1E09-4318-A4B5-F1DB943AD0B1}" type="pres">
      <dgm:prSet presAssocID="{8D66C38C-F7C1-40A7-8DBE-EF03B62B51DC}" presName="hierRoot2" presStyleCnt="0">
        <dgm:presLayoutVars>
          <dgm:hierBranch val="init"/>
        </dgm:presLayoutVars>
      </dgm:prSet>
      <dgm:spPr/>
    </dgm:pt>
    <dgm:pt modelId="{3534C4E8-DD9A-4ECB-84D7-30BC7536FF91}" type="pres">
      <dgm:prSet presAssocID="{8D66C38C-F7C1-40A7-8DBE-EF03B62B51DC}" presName="rootComposite" presStyleCnt="0"/>
      <dgm:spPr/>
    </dgm:pt>
    <dgm:pt modelId="{1053CB39-21ED-485D-8817-43C4FDD4C2CD}" type="pres">
      <dgm:prSet presAssocID="{8D66C38C-F7C1-40A7-8DBE-EF03B62B51DC}" presName="rootText" presStyleLbl="node3" presStyleIdx="0" presStyleCnt="3" custLinFactNeighborX="-6747" custLinFactNeighborY="-24924">
        <dgm:presLayoutVars>
          <dgm:chPref val="3"/>
        </dgm:presLayoutVars>
      </dgm:prSet>
      <dgm:spPr/>
    </dgm:pt>
    <dgm:pt modelId="{E14AD0CA-F99B-4B7C-BA32-DB5FC4929E6B}" type="pres">
      <dgm:prSet presAssocID="{8D66C38C-F7C1-40A7-8DBE-EF03B62B51DC}" presName="rootConnector" presStyleLbl="node3" presStyleIdx="0" presStyleCnt="3"/>
      <dgm:spPr/>
    </dgm:pt>
    <dgm:pt modelId="{39A5FDAE-1833-4D7D-BA1D-3D6BAD5190D0}" type="pres">
      <dgm:prSet presAssocID="{8D66C38C-F7C1-40A7-8DBE-EF03B62B51DC}" presName="hierChild4" presStyleCnt="0"/>
      <dgm:spPr/>
    </dgm:pt>
    <dgm:pt modelId="{30951485-33E3-4D82-AB1F-ABD172E7703A}" type="pres">
      <dgm:prSet presAssocID="{8D66C38C-F7C1-40A7-8DBE-EF03B62B51DC}" presName="hierChild5" presStyleCnt="0"/>
      <dgm:spPr/>
    </dgm:pt>
    <dgm:pt modelId="{343083CD-4E51-4407-BE5B-474032A3FB8E}" type="pres">
      <dgm:prSet presAssocID="{59FAB89F-151A-41D6-B9BF-EDEFCED76E29}" presName="hierChild5" presStyleCnt="0"/>
      <dgm:spPr/>
    </dgm:pt>
    <dgm:pt modelId="{5FF5E876-BB4A-4020-9425-40123D5ED76E}" type="pres">
      <dgm:prSet presAssocID="{95F9EBA7-FF56-4103-9AA4-C699B7AC4685}" presName="Name37" presStyleLbl="parChTrans1D2" presStyleIdx="1" presStyleCnt="3"/>
      <dgm:spPr/>
    </dgm:pt>
    <dgm:pt modelId="{10BE86A2-7DC4-4CE1-8723-858AEC29A88E}" type="pres">
      <dgm:prSet presAssocID="{E136CE2A-ED32-4163-AF09-6BE6A7F216F7}" presName="hierRoot2" presStyleCnt="0">
        <dgm:presLayoutVars>
          <dgm:hierBranch val="init"/>
        </dgm:presLayoutVars>
      </dgm:prSet>
      <dgm:spPr/>
    </dgm:pt>
    <dgm:pt modelId="{3B099602-A62F-45D5-A40F-A880A8E285FA}" type="pres">
      <dgm:prSet presAssocID="{E136CE2A-ED32-4163-AF09-6BE6A7F216F7}" presName="rootComposite" presStyleCnt="0"/>
      <dgm:spPr/>
    </dgm:pt>
    <dgm:pt modelId="{93F52B74-7D90-4619-855C-8CCB95055C88}" type="pres">
      <dgm:prSet presAssocID="{E136CE2A-ED32-4163-AF09-6BE6A7F216F7}" presName="rootText" presStyleLbl="node2" presStyleIdx="1" presStyleCnt="3">
        <dgm:presLayoutVars>
          <dgm:chPref val="3"/>
        </dgm:presLayoutVars>
      </dgm:prSet>
      <dgm:spPr/>
    </dgm:pt>
    <dgm:pt modelId="{3DB5D534-8904-4C80-A557-2712E0D4DDB2}" type="pres">
      <dgm:prSet presAssocID="{E136CE2A-ED32-4163-AF09-6BE6A7F216F7}" presName="rootConnector" presStyleLbl="node2" presStyleIdx="1" presStyleCnt="3"/>
      <dgm:spPr/>
    </dgm:pt>
    <dgm:pt modelId="{DE3CD14A-193D-402E-A9FD-10BDA867500A}" type="pres">
      <dgm:prSet presAssocID="{E136CE2A-ED32-4163-AF09-6BE6A7F216F7}" presName="hierChild4" presStyleCnt="0"/>
      <dgm:spPr/>
    </dgm:pt>
    <dgm:pt modelId="{93D33649-4913-4DA6-8046-634C8F64F140}" type="pres">
      <dgm:prSet presAssocID="{8F0A00A3-EC88-494F-A2B8-13A98C306BCF}" presName="Name37" presStyleLbl="parChTrans1D3" presStyleIdx="1" presStyleCnt="3"/>
      <dgm:spPr/>
    </dgm:pt>
    <dgm:pt modelId="{C8ACC87C-B98D-4C74-80B9-6BBD18AACE5F}" type="pres">
      <dgm:prSet presAssocID="{22AF5031-7C79-4BD1-8F37-557ADD6E3AAE}" presName="hierRoot2" presStyleCnt="0">
        <dgm:presLayoutVars>
          <dgm:hierBranch val="init"/>
        </dgm:presLayoutVars>
      </dgm:prSet>
      <dgm:spPr/>
    </dgm:pt>
    <dgm:pt modelId="{E39024FC-B100-4499-AFDA-D3E9B83064CD}" type="pres">
      <dgm:prSet presAssocID="{22AF5031-7C79-4BD1-8F37-557ADD6E3AAE}" presName="rootComposite" presStyleCnt="0"/>
      <dgm:spPr/>
    </dgm:pt>
    <dgm:pt modelId="{FAA229E8-8DDF-4EAC-A7B5-15E6BF0D6D5C}" type="pres">
      <dgm:prSet presAssocID="{22AF5031-7C79-4BD1-8F37-557ADD6E3AAE}" presName="rootText" presStyleLbl="node3" presStyleIdx="1" presStyleCnt="3" custScaleX="123219" custLinFactNeighborX="-2778" custLinFactNeighborY="-13811">
        <dgm:presLayoutVars>
          <dgm:chPref val="3"/>
        </dgm:presLayoutVars>
      </dgm:prSet>
      <dgm:spPr/>
    </dgm:pt>
    <dgm:pt modelId="{1107A5E9-C2FC-4D53-A857-699E9E0AC8EC}" type="pres">
      <dgm:prSet presAssocID="{22AF5031-7C79-4BD1-8F37-557ADD6E3AAE}" presName="rootConnector" presStyleLbl="node3" presStyleIdx="1" presStyleCnt="3"/>
      <dgm:spPr/>
    </dgm:pt>
    <dgm:pt modelId="{E60903B1-62E3-4E7C-A01F-1D9CF38234A5}" type="pres">
      <dgm:prSet presAssocID="{22AF5031-7C79-4BD1-8F37-557ADD6E3AAE}" presName="hierChild4" presStyleCnt="0"/>
      <dgm:spPr/>
    </dgm:pt>
    <dgm:pt modelId="{66436BCA-EA61-4AD9-9777-6F17D6D24C67}" type="pres">
      <dgm:prSet presAssocID="{22AF5031-7C79-4BD1-8F37-557ADD6E3AAE}" presName="hierChild5" presStyleCnt="0"/>
      <dgm:spPr/>
    </dgm:pt>
    <dgm:pt modelId="{17CAF2A1-6A15-4AA4-A63A-8C1CFE90C074}" type="pres">
      <dgm:prSet presAssocID="{E136CE2A-ED32-4163-AF09-6BE6A7F216F7}" presName="hierChild5" presStyleCnt="0"/>
      <dgm:spPr/>
    </dgm:pt>
    <dgm:pt modelId="{2656F3A3-D6B1-496B-89A8-81F4F005FD17}" type="pres">
      <dgm:prSet presAssocID="{40BD9442-F46A-4E38-9C69-3FFCF2FE9BD0}" presName="Name37" presStyleLbl="parChTrans1D2" presStyleIdx="2" presStyleCnt="3"/>
      <dgm:spPr/>
    </dgm:pt>
    <dgm:pt modelId="{6C377795-6A4F-4F49-93AA-CF6E6773C789}" type="pres">
      <dgm:prSet presAssocID="{D524FBB0-5877-4F02-BBA7-F14174D2BDC8}" presName="hierRoot2" presStyleCnt="0">
        <dgm:presLayoutVars>
          <dgm:hierBranch val="init"/>
        </dgm:presLayoutVars>
      </dgm:prSet>
      <dgm:spPr/>
    </dgm:pt>
    <dgm:pt modelId="{9086C354-942E-4C23-AF4D-0FE6593E5B73}" type="pres">
      <dgm:prSet presAssocID="{D524FBB0-5877-4F02-BBA7-F14174D2BDC8}" presName="rootComposite" presStyleCnt="0"/>
      <dgm:spPr/>
    </dgm:pt>
    <dgm:pt modelId="{CB0F9422-DD03-43BD-8EF0-9496541838D2}" type="pres">
      <dgm:prSet presAssocID="{D524FBB0-5877-4F02-BBA7-F14174D2BDC8}" presName="rootText" presStyleLbl="node2" presStyleIdx="2" presStyleCnt="3">
        <dgm:presLayoutVars>
          <dgm:chPref val="3"/>
        </dgm:presLayoutVars>
      </dgm:prSet>
      <dgm:spPr/>
    </dgm:pt>
    <dgm:pt modelId="{14FDD5E1-704C-447D-A6A2-EF53E82215B3}" type="pres">
      <dgm:prSet presAssocID="{D524FBB0-5877-4F02-BBA7-F14174D2BDC8}" presName="rootConnector" presStyleLbl="node2" presStyleIdx="2" presStyleCnt="3"/>
      <dgm:spPr/>
    </dgm:pt>
    <dgm:pt modelId="{1F5F4A16-935D-4CB0-BC7C-8417AC24F50C}" type="pres">
      <dgm:prSet presAssocID="{D524FBB0-5877-4F02-BBA7-F14174D2BDC8}" presName="hierChild4" presStyleCnt="0"/>
      <dgm:spPr/>
    </dgm:pt>
    <dgm:pt modelId="{A01560FC-44AB-4EFC-9CDA-B21C0DF3430F}" type="pres">
      <dgm:prSet presAssocID="{4903BFA9-ACAF-46A6-84E9-C8B02FD1A1A0}" presName="Name37" presStyleLbl="parChTrans1D3" presStyleIdx="2" presStyleCnt="3"/>
      <dgm:spPr/>
    </dgm:pt>
    <dgm:pt modelId="{7CA02803-8A78-4FE7-9EB2-4DA92A76BD2B}" type="pres">
      <dgm:prSet presAssocID="{E3717B9E-E3A8-4C26-8783-15881808AEF1}" presName="hierRoot2" presStyleCnt="0">
        <dgm:presLayoutVars>
          <dgm:hierBranch val="init"/>
        </dgm:presLayoutVars>
      </dgm:prSet>
      <dgm:spPr/>
    </dgm:pt>
    <dgm:pt modelId="{711E2EE9-7193-41D5-AB82-D34D0873027E}" type="pres">
      <dgm:prSet presAssocID="{E3717B9E-E3A8-4C26-8783-15881808AEF1}" presName="rootComposite" presStyleCnt="0"/>
      <dgm:spPr/>
    </dgm:pt>
    <dgm:pt modelId="{8FFF1EF5-CB4F-4B7C-B68A-982AC0363E52}" type="pres">
      <dgm:prSet presAssocID="{E3717B9E-E3A8-4C26-8783-15881808AEF1}" presName="rootText" presStyleLbl="node3" presStyleIdx="2" presStyleCnt="3" custLinFactNeighborX="-5558" custLinFactNeighborY="-11910">
        <dgm:presLayoutVars>
          <dgm:chPref val="3"/>
        </dgm:presLayoutVars>
      </dgm:prSet>
      <dgm:spPr/>
    </dgm:pt>
    <dgm:pt modelId="{254F2564-395B-454B-A0B2-20E3D58CA4D7}" type="pres">
      <dgm:prSet presAssocID="{E3717B9E-E3A8-4C26-8783-15881808AEF1}" presName="rootConnector" presStyleLbl="node3" presStyleIdx="2" presStyleCnt="3"/>
      <dgm:spPr/>
    </dgm:pt>
    <dgm:pt modelId="{B92A1658-6FE7-4ABF-95D6-B4D9925C34FB}" type="pres">
      <dgm:prSet presAssocID="{E3717B9E-E3A8-4C26-8783-15881808AEF1}" presName="hierChild4" presStyleCnt="0"/>
      <dgm:spPr/>
    </dgm:pt>
    <dgm:pt modelId="{6F357A26-78EA-4518-A90E-B216F404B2BB}" type="pres">
      <dgm:prSet presAssocID="{E3717B9E-E3A8-4C26-8783-15881808AEF1}" presName="hierChild5" presStyleCnt="0"/>
      <dgm:spPr/>
    </dgm:pt>
    <dgm:pt modelId="{42798F2C-9D24-42BF-8FE1-171276B2E7FC}" type="pres">
      <dgm:prSet presAssocID="{D524FBB0-5877-4F02-BBA7-F14174D2BDC8}" presName="hierChild5" presStyleCnt="0"/>
      <dgm:spPr/>
    </dgm:pt>
    <dgm:pt modelId="{D4C4E112-D824-4F13-BE28-231825815D3D}" type="pres">
      <dgm:prSet presAssocID="{53E3FBEB-89A8-434B-9F04-4AEC282F8631}" presName="hierChild3" presStyleCnt="0"/>
      <dgm:spPr/>
    </dgm:pt>
  </dgm:ptLst>
  <dgm:cxnLst>
    <dgm:cxn modelId="{7E0F3202-8D16-4884-8026-AE81401DD971}" type="presOf" srcId="{95F9EBA7-FF56-4103-9AA4-C699B7AC4685}" destId="{5FF5E876-BB4A-4020-9425-40123D5ED76E}" srcOrd="0" destOrd="0" presId="urn:microsoft.com/office/officeart/2005/8/layout/orgChart1"/>
    <dgm:cxn modelId="{63C1090C-37D9-4E9F-B44B-65D3C568E3A2}" srcId="{53E3FBEB-89A8-434B-9F04-4AEC282F8631}" destId="{D524FBB0-5877-4F02-BBA7-F14174D2BDC8}" srcOrd="2" destOrd="0" parTransId="{40BD9442-F46A-4E38-9C69-3FFCF2FE9BD0}" sibTransId="{99886125-2F3B-4575-ABAC-6531376A472A}"/>
    <dgm:cxn modelId="{FAB45A10-22B4-47C2-8815-0242E0698593}" type="presOf" srcId="{D524FBB0-5877-4F02-BBA7-F14174D2BDC8}" destId="{14FDD5E1-704C-447D-A6A2-EF53E82215B3}" srcOrd="1" destOrd="0" presId="urn:microsoft.com/office/officeart/2005/8/layout/orgChart1"/>
    <dgm:cxn modelId="{86550A28-8169-496F-8FA2-955A623BA893}" type="presOf" srcId="{40BD9442-F46A-4E38-9C69-3FFCF2FE9BD0}" destId="{2656F3A3-D6B1-496B-89A8-81F4F005FD17}" srcOrd="0" destOrd="0" presId="urn:microsoft.com/office/officeart/2005/8/layout/orgChart1"/>
    <dgm:cxn modelId="{3E2D1A31-5854-46C3-866E-783083EA2C2B}" srcId="{53E3FBEB-89A8-434B-9F04-4AEC282F8631}" destId="{59FAB89F-151A-41D6-B9BF-EDEFCED76E29}" srcOrd="0" destOrd="0" parTransId="{429C6A48-8D01-418E-9F3A-9E9237931389}" sibTransId="{ACE53DE4-8806-4E7A-8A3A-91903361E970}"/>
    <dgm:cxn modelId="{A6A6C840-0269-4036-8246-A3D81C477D5A}" type="presOf" srcId="{E3717B9E-E3A8-4C26-8783-15881808AEF1}" destId="{8FFF1EF5-CB4F-4B7C-B68A-982AC0363E52}" srcOrd="0" destOrd="0" presId="urn:microsoft.com/office/officeart/2005/8/layout/orgChart1"/>
    <dgm:cxn modelId="{60DDE261-3E95-4483-9046-D3530FE9EBF5}" srcId="{53E3FBEB-89A8-434B-9F04-4AEC282F8631}" destId="{E136CE2A-ED32-4163-AF09-6BE6A7F216F7}" srcOrd="1" destOrd="0" parTransId="{95F9EBA7-FF56-4103-9AA4-C699B7AC4685}" sibTransId="{F0C8F404-77F7-4BAF-BECD-28A42E1C796A}"/>
    <dgm:cxn modelId="{B47B4B44-3D7A-477F-BDE6-0BCF2A852A1D}" type="presOf" srcId="{E3717B9E-E3A8-4C26-8783-15881808AEF1}" destId="{254F2564-395B-454B-A0B2-20E3D58CA4D7}" srcOrd="1" destOrd="0" presId="urn:microsoft.com/office/officeart/2005/8/layout/orgChart1"/>
    <dgm:cxn modelId="{7B92EF45-BD94-4C2A-A6DD-66A6D1CB01A3}" srcId="{E136CE2A-ED32-4163-AF09-6BE6A7F216F7}" destId="{22AF5031-7C79-4BD1-8F37-557ADD6E3AAE}" srcOrd="0" destOrd="0" parTransId="{8F0A00A3-EC88-494F-A2B8-13A98C306BCF}" sibTransId="{547B1F0F-EF1C-4FBB-A25A-6927D9D1AC0C}"/>
    <dgm:cxn modelId="{0CDDB96B-0D1F-4F26-86B2-56847C3E03D9}" type="presOf" srcId="{E136CE2A-ED32-4163-AF09-6BE6A7F216F7}" destId="{93F52B74-7D90-4619-855C-8CCB95055C88}" srcOrd="0" destOrd="0" presId="urn:microsoft.com/office/officeart/2005/8/layout/orgChart1"/>
    <dgm:cxn modelId="{76B2DE4B-24FE-4478-8413-50ECC2C47054}" srcId="{5B7B4B1B-BD57-42BE-BEDE-245D7831D930}" destId="{53E3FBEB-89A8-434B-9F04-4AEC282F8631}" srcOrd="0" destOrd="0" parTransId="{8EB70FC8-32D6-4AA5-AC0F-1CBC2A622DAD}" sibTransId="{9FDFED88-17F6-421A-9EE6-AE792159DBE0}"/>
    <dgm:cxn modelId="{1F183E4C-D088-4A25-BAC7-5B41E5673447}" type="presOf" srcId="{5B7B4B1B-BD57-42BE-BEDE-245D7831D930}" destId="{26084086-C0EC-4765-8470-FAE988871477}" srcOrd="0" destOrd="0" presId="urn:microsoft.com/office/officeart/2005/8/layout/orgChart1"/>
    <dgm:cxn modelId="{3480994D-8CDE-48DB-BE97-EA12E2FE00D1}" type="presOf" srcId="{8D66C38C-F7C1-40A7-8DBE-EF03B62B51DC}" destId="{1053CB39-21ED-485D-8817-43C4FDD4C2CD}" srcOrd="0" destOrd="0" presId="urn:microsoft.com/office/officeart/2005/8/layout/orgChart1"/>
    <dgm:cxn modelId="{8B5E2A72-EA98-40F9-A472-C3D18A878C49}" type="presOf" srcId="{53E3FBEB-89A8-434B-9F04-4AEC282F8631}" destId="{37780FAD-A3BC-4708-A339-3AD00AD3F923}" srcOrd="1" destOrd="0" presId="urn:microsoft.com/office/officeart/2005/8/layout/orgChart1"/>
    <dgm:cxn modelId="{1FD7B652-77C6-4EB6-9CE5-673689DE8A50}" type="presOf" srcId="{8F0A00A3-EC88-494F-A2B8-13A98C306BCF}" destId="{93D33649-4913-4DA6-8046-634C8F64F140}" srcOrd="0" destOrd="0" presId="urn:microsoft.com/office/officeart/2005/8/layout/orgChart1"/>
    <dgm:cxn modelId="{E6119173-132A-48D3-91B1-9737116E3B7B}" type="presOf" srcId="{59FAB89F-151A-41D6-B9BF-EDEFCED76E29}" destId="{86318E1E-46E2-4FE0-A99C-A423DF7082CE}" srcOrd="1" destOrd="0" presId="urn:microsoft.com/office/officeart/2005/8/layout/orgChart1"/>
    <dgm:cxn modelId="{AF246554-1B94-4031-BFDC-2410EA8579EB}" type="presOf" srcId="{D524FBB0-5877-4F02-BBA7-F14174D2BDC8}" destId="{CB0F9422-DD03-43BD-8EF0-9496541838D2}" srcOrd="0" destOrd="0" presId="urn:microsoft.com/office/officeart/2005/8/layout/orgChart1"/>
    <dgm:cxn modelId="{738AAD78-331D-47DA-9134-5028A4CE5A42}" srcId="{D524FBB0-5877-4F02-BBA7-F14174D2BDC8}" destId="{E3717B9E-E3A8-4C26-8783-15881808AEF1}" srcOrd="0" destOrd="0" parTransId="{4903BFA9-ACAF-46A6-84E9-C8B02FD1A1A0}" sibTransId="{FFDC4537-3AE5-4D6D-B57F-0623C462495C}"/>
    <dgm:cxn modelId="{19CD5A7A-08F2-4DAF-9C9F-C23A9472F8AA}" type="presOf" srcId="{E136CE2A-ED32-4163-AF09-6BE6A7F216F7}" destId="{3DB5D534-8904-4C80-A557-2712E0D4DDB2}" srcOrd="1" destOrd="0" presId="urn:microsoft.com/office/officeart/2005/8/layout/orgChart1"/>
    <dgm:cxn modelId="{57A5197B-7D4C-4B5E-AD74-09BF4019D34C}" type="presOf" srcId="{22AF5031-7C79-4BD1-8F37-557ADD6E3AAE}" destId="{1107A5E9-C2FC-4D53-A857-699E9E0AC8EC}" srcOrd="1" destOrd="0" presId="urn:microsoft.com/office/officeart/2005/8/layout/orgChart1"/>
    <dgm:cxn modelId="{8C91027F-60A0-4F79-A8B3-D6EFF041D59B}" type="presOf" srcId="{429C6A48-8D01-418E-9F3A-9E9237931389}" destId="{B5A3CA72-6032-4DE8-AF72-1DC540B9FACB}" srcOrd="0" destOrd="0" presId="urn:microsoft.com/office/officeart/2005/8/layout/orgChart1"/>
    <dgm:cxn modelId="{4AAD348D-8475-4FA5-88FD-86FCAEDEF4C9}" type="presOf" srcId="{4903BFA9-ACAF-46A6-84E9-C8B02FD1A1A0}" destId="{A01560FC-44AB-4EFC-9CDA-B21C0DF3430F}" srcOrd="0" destOrd="0" presId="urn:microsoft.com/office/officeart/2005/8/layout/orgChart1"/>
    <dgm:cxn modelId="{DCF09E8F-AFC8-4619-B136-7512C9F8DEE7}" srcId="{59FAB89F-151A-41D6-B9BF-EDEFCED76E29}" destId="{8D66C38C-F7C1-40A7-8DBE-EF03B62B51DC}" srcOrd="0" destOrd="0" parTransId="{36BEFC9F-CB7F-426D-A18E-552B73CA2B77}" sibTransId="{AF00084C-CC2D-4AF7-B640-2530BB737087}"/>
    <dgm:cxn modelId="{1256CD90-5113-4B82-B5CE-F5A35C78CE98}" type="presOf" srcId="{53E3FBEB-89A8-434B-9F04-4AEC282F8631}" destId="{874C13FA-0A5A-4DBB-A142-B6E08DAAC5E7}" srcOrd="0" destOrd="0" presId="urn:microsoft.com/office/officeart/2005/8/layout/orgChart1"/>
    <dgm:cxn modelId="{6BF27392-ED62-4A00-8E70-5F6598414676}" type="presOf" srcId="{22AF5031-7C79-4BD1-8F37-557ADD6E3AAE}" destId="{FAA229E8-8DDF-4EAC-A7B5-15E6BF0D6D5C}" srcOrd="0" destOrd="0" presId="urn:microsoft.com/office/officeart/2005/8/layout/orgChart1"/>
    <dgm:cxn modelId="{130D2EBF-BE2A-484E-8EEF-01CECCED335B}" type="presOf" srcId="{8D66C38C-F7C1-40A7-8DBE-EF03B62B51DC}" destId="{E14AD0CA-F99B-4B7C-BA32-DB5FC4929E6B}" srcOrd="1" destOrd="0" presId="urn:microsoft.com/office/officeart/2005/8/layout/orgChart1"/>
    <dgm:cxn modelId="{91AEEDC5-8187-43A2-9157-7DC783F43DA6}" type="presOf" srcId="{59FAB89F-151A-41D6-B9BF-EDEFCED76E29}" destId="{9BFE1577-E7C8-4E4A-8CFD-184274E254C7}" srcOrd="0" destOrd="0" presId="urn:microsoft.com/office/officeart/2005/8/layout/orgChart1"/>
    <dgm:cxn modelId="{EFF8A8F0-A4C2-4CEA-8650-C79087819C28}" type="presOf" srcId="{36BEFC9F-CB7F-426D-A18E-552B73CA2B77}" destId="{29E380AE-4261-426B-8DB2-BF0AE62702DD}" srcOrd="0" destOrd="0" presId="urn:microsoft.com/office/officeart/2005/8/layout/orgChart1"/>
    <dgm:cxn modelId="{1CC7E918-CEFC-485E-9F7F-EEC8D967ACA3}" type="presParOf" srcId="{26084086-C0EC-4765-8470-FAE988871477}" destId="{3A0E9EBB-7FDD-482E-AED0-F31CCA0031AB}" srcOrd="0" destOrd="0" presId="urn:microsoft.com/office/officeart/2005/8/layout/orgChart1"/>
    <dgm:cxn modelId="{7B4C1A7F-F8D5-449B-A25C-A5962BF8C477}" type="presParOf" srcId="{3A0E9EBB-7FDD-482E-AED0-F31CCA0031AB}" destId="{68195B88-5D19-4DD8-8CEC-E6EBEF90B7DC}" srcOrd="0" destOrd="0" presId="urn:microsoft.com/office/officeart/2005/8/layout/orgChart1"/>
    <dgm:cxn modelId="{053543F8-FCB9-4DC9-BA91-C3A2CD59AEB9}" type="presParOf" srcId="{68195B88-5D19-4DD8-8CEC-E6EBEF90B7DC}" destId="{874C13FA-0A5A-4DBB-A142-B6E08DAAC5E7}" srcOrd="0" destOrd="0" presId="urn:microsoft.com/office/officeart/2005/8/layout/orgChart1"/>
    <dgm:cxn modelId="{8DC4324B-0D62-4E81-824C-C535D93FFDA5}" type="presParOf" srcId="{68195B88-5D19-4DD8-8CEC-E6EBEF90B7DC}" destId="{37780FAD-A3BC-4708-A339-3AD00AD3F923}" srcOrd="1" destOrd="0" presId="urn:microsoft.com/office/officeart/2005/8/layout/orgChart1"/>
    <dgm:cxn modelId="{1459DB10-0A67-4FC3-BC1B-6A4051EEA6C1}" type="presParOf" srcId="{3A0E9EBB-7FDD-482E-AED0-F31CCA0031AB}" destId="{01AC908C-D6D3-446E-BF94-FED1879FEA33}" srcOrd="1" destOrd="0" presId="urn:microsoft.com/office/officeart/2005/8/layout/orgChart1"/>
    <dgm:cxn modelId="{908B920A-3314-408E-BD09-7F0877FD8976}" type="presParOf" srcId="{01AC908C-D6D3-446E-BF94-FED1879FEA33}" destId="{B5A3CA72-6032-4DE8-AF72-1DC540B9FACB}" srcOrd="0" destOrd="0" presId="urn:microsoft.com/office/officeart/2005/8/layout/orgChart1"/>
    <dgm:cxn modelId="{7E1088B3-7565-4DF9-9F1E-13FE71A28B07}" type="presParOf" srcId="{01AC908C-D6D3-446E-BF94-FED1879FEA33}" destId="{98372A0F-1D1B-4EF9-9753-238CFA383314}" srcOrd="1" destOrd="0" presId="urn:microsoft.com/office/officeart/2005/8/layout/orgChart1"/>
    <dgm:cxn modelId="{89F88286-611B-470C-B07E-5208044B9449}" type="presParOf" srcId="{98372A0F-1D1B-4EF9-9753-238CFA383314}" destId="{77C10E39-85B6-48F3-9670-0166EF69043D}" srcOrd="0" destOrd="0" presId="urn:microsoft.com/office/officeart/2005/8/layout/orgChart1"/>
    <dgm:cxn modelId="{78397234-90B5-4624-B999-FA02B35322FA}" type="presParOf" srcId="{77C10E39-85B6-48F3-9670-0166EF69043D}" destId="{9BFE1577-E7C8-4E4A-8CFD-184274E254C7}" srcOrd="0" destOrd="0" presId="urn:microsoft.com/office/officeart/2005/8/layout/orgChart1"/>
    <dgm:cxn modelId="{1D67B7CC-8946-4202-B2D2-5A9B2362AAFE}" type="presParOf" srcId="{77C10E39-85B6-48F3-9670-0166EF69043D}" destId="{86318E1E-46E2-4FE0-A99C-A423DF7082CE}" srcOrd="1" destOrd="0" presId="urn:microsoft.com/office/officeart/2005/8/layout/orgChart1"/>
    <dgm:cxn modelId="{7CAFA5C6-D634-4B75-986E-AF49293D857E}" type="presParOf" srcId="{98372A0F-1D1B-4EF9-9753-238CFA383314}" destId="{1C6E05F7-9DB9-4F61-93D2-80D0E1EE5E98}" srcOrd="1" destOrd="0" presId="urn:microsoft.com/office/officeart/2005/8/layout/orgChart1"/>
    <dgm:cxn modelId="{9DB1CC84-3436-49DD-AD25-841B0151DC1C}" type="presParOf" srcId="{1C6E05F7-9DB9-4F61-93D2-80D0E1EE5E98}" destId="{29E380AE-4261-426B-8DB2-BF0AE62702DD}" srcOrd="0" destOrd="0" presId="urn:microsoft.com/office/officeart/2005/8/layout/orgChart1"/>
    <dgm:cxn modelId="{BBA4EE57-41CB-49EB-AF3B-14106254D601}" type="presParOf" srcId="{1C6E05F7-9DB9-4F61-93D2-80D0E1EE5E98}" destId="{CDD418DF-1E09-4318-A4B5-F1DB943AD0B1}" srcOrd="1" destOrd="0" presId="urn:microsoft.com/office/officeart/2005/8/layout/orgChart1"/>
    <dgm:cxn modelId="{DFF64E9B-9029-49E4-BA02-98F9DFF4680B}" type="presParOf" srcId="{CDD418DF-1E09-4318-A4B5-F1DB943AD0B1}" destId="{3534C4E8-DD9A-4ECB-84D7-30BC7536FF91}" srcOrd="0" destOrd="0" presId="urn:microsoft.com/office/officeart/2005/8/layout/orgChart1"/>
    <dgm:cxn modelId="{20CACDA0-6038-4724-8CDC-909EB4C1B7F9}" type="presParOf" srcId="{3534C4E8-DD9A-4ECB-84D7-30BC7536FF91}" destId="{1053CB39-21ED-485D-8817-43C4FDD4C2CD}" srcOrd="0" destOrd="0" presId="urn:microsoft.com/office/officeart/2005/8/layout/orgChart1"/>
    <dgm:cxn modelId="{5EDA30C1-894B-4C71-9839-4FAFE4303472}" type="presParOf" srcId="{3534C4E8-DD9A-4ECB-84D7-30BC7536FF91}" destId="{E14AD0CA-F99B-4B7C-BA32-DB5FC4929E6B}" srcOrd="1" destOrd="0" presId="urn:microsoft.com/office/officeart/2005/8/layout/orgChart1"/>
    <dgm:cxn modelId="{4E0E8EE4-750D-49E7-BE08-2D3A3329CE48}" type="presParOf" srcId="{CDD418DF-1E09-4318-A4B5-F1DB943AD0B1}" destId="{39A5FDAE-1833-4D7D-BA1D-3D6BAD5190D0}" srcOrd="1" destOrd="0" presId="urn:microsoft.com/office/officeart/2005/8/layout/orgChart1"/>
    <dgm:cxn modelId="{273CC66F-2762-4F43-91DC-1D0AB51373FD}" type="presParOf" srcId="{CDD418DF-1E09-4318-A4B5-F1DB943AD0B1}" destId="{30951485-33E3-4D82-AB1F-ABD172E7703A}" srcOrd="2" destOrd="0" presId="urn:microsoft.com/office/officeart/2005/8/layout/orgChart1"/>
    <dgm:cxn modelId="{1A95233F-2F28-4399-A964-05EF0ADD0617}" type="presParOf" srcId="{98372A0F-1D1B-4EF9-9753-238CFA383314}" destId="{343083CD-4E51-4407-BE5B-474032A3FB8E}" srcOrd="2" destOrd="0" presId="urn:microsoft.com/office/officeart/2005/8/layout/orgChart1"/>
    <dgm:cxn modelId="{06AB8D87-3047-4524-AF79-E99F11BAFE1B}" type="presParOf" srcId="{01AC908C-D6D3-446E-BF94-FED1879FEA33}" destId="{5FF5E876-BB4A-4020-9425-40123D5ED76E}" srcOrd="2" destOrd="0" presId="urn:microsoft.com/office/officeart/2005/8/layout/orgChart1"/>
    <dgm:cxn modelId="{77DFE16F-2AE4-4DB0-AD4E-6121E8E4F05C}" type="presParOf" srcId="{01AC908C-D6D3-446E-BF94-FED1879FEA33}" destId="{10BE86A2-7DC4-4CE1-8723-858AEC29A88E}" srcOrd="3" destOrd="0" presId="urn:microsoft.com/office/officeart/2005/8/layout/orgChart1"/>
    <dgm:cxn modelId="{9840CD63-9BE3-414E-BF31-7CC824752E7C}" type="presParOf" srcId="{10BE86A2-7DC4-4CE1-8723-858AEC29A88E}" destId="{3B099602-A62F-45D5-A40F-A880A8E285FA}" srcOrd="0" destOrd="0" presId="urn:microsoft.com/office/officeart/2005/8/layout/orgChart1"/>
    <dgm:cxn modelId="{DA72AD30-E271-471B-8AD5-FBE0D365EDEB}" type="presParOf" srcId="{3B099602-A62F-45D5-A40F-A880A8E285FA}" destId="{93F52B74-7D90-4619-855C-8CCB95055C88}" srcOrd="0" destOrd="0" presId="urn:microsoft.com/office/officeart/2005/8/layout/orgChart1"/>
    <dgm:cxn modelId="{18A2F5AC-EAA5-47DF-949F-560FF1B7C80E}" type="presParOf" srcId="{3B099602-A62F-45D5-A40F-A880A8E285FA}" destId="{3DB5D534-8904-4C80-A557-2712E0D4DDB2}" srcOrd="1" destOrd="0" presId="urn:microsoft.com/office/officeart/2005/8/layout/orgChart1"/>
    <dgm:cxn modelId="{328F4C31-DDA7-4DDA-86A9-890FB31D92F9}" type="presParOf" srcId="{10BE86A2-7DC4-4CE1-8723-858AEC29A88E}" destId="{DE3CD14A-193D-402E-A9FD-10BDA867500A}" srcOrd="1" destOrd="0" presId="urn:microsoft.com/office/officeart/2005/8/layout/orgChart1"/>
    <dgm:cxn modelId="{790C1D9B-F58D-4928-B446-AD511A2A5050}" type="presParOf" srcId="{DE3CD14A-193D-402E-A9FD-10BDA867500A}" destId="{93D33649-4913-4DA6-8046-634C8F64F140}" srcOrd="0" destOrd="0" presId="urn:microsoft.com/office/officeart/2005/8/layout/orgChart1"/>
    <dgm:cxn modelId="{C42A6ADD-A5D3-43FD-A2E9-33C1B5CCC424}" type="presParOf" srcId="{DE3CD14A-193D-402E-A9FD-10BDA867500A}" destId="{C8ACC87C-B98D-4C74-80B9-6BBD18AACE5F}" srcOrd="1" destOrd="0" presId="urn:microsoft.com/office/officeart/2005/8/layout/orgChart1"/>
    <dgm:cxn modelId="{B5C7BDFB-CDDE-4739-ACD9-1AFF4174D6BD}" type="presParOf" srcId="{C8ACC87C-B98D-4C74-80B9-6BBD18AACE5F}" destId="{E39024FC-B100-4499-AFDA-D3E9B83064CD}" srcOrd="0" destOrd="0" presId="urn:microsoft.com/office/officeart/2005/8/layout/orgChart1"/>
    <dgm:cxn modelId="{99638678-A931-41B6-8B80-1FB591154281}" type="presParOf" srcId="{E39024FC-B100-4499-AFDA-D3E9B83064CD}" destId="{FAA229E8-8DDF-4EAC-A7B5-15E6BF0D6D5C}" srcOrd="0" destOrd="0" presId="urn:microsoft.com/office/officeart/2005/8/layout/orgChart1"/>
    <dgm:cxn modelId="{C210D8B0-AA89-427A-8F9F-3C700F627AB2}" type="presParOf" srcId="{E39024FC-B100-4499-AFDA-D3E9B83064CD}" destId="{1107A5E9-C2FC-4D53-A857-699E9E0AC8EC}" srcOrd="1" destOrd="0" presId="urn:microsoft.com/office/officeart/2005/8/layout/orgChart1"/>
    <dgm:cxn modelId="{07B12A21-1DB7-4AC4-A332-77D0991BF4CA}" type="presParOf" srcId="{C8ACC87C-B98D-4C74-80B9-6BBD18AACE5F}" destId="{E60903B1-62E3-4E7C-A01F-1D9CF38234A5}" srcOrd="1" destOrd="0" presId="urn:microsoft.com/office/officeart/2005/8/layout/orgChart1"/>
    <dgm:cxn modelId="{3262A020-C9AE-42C3-88E2-71FF219FA6E3}" type="presParOf" srcId="{C8ACC87C-B98D-4C74-80B9-6BBD18AACE5F}" destId="{66436BCA-EA61-4AD9-9777-6F17D6D24C67}" srcOrd="2" destOrd="0" presId="urn:microsoft.com/office/officeart/2005/8/layout/orgChart1"/>
    <dgm:cxn modelId="{EE84CFA5-8D97-4552-83F3-E5B71EE3C729}" type="presParOf" srcId="{10BE86A2-7DC4-4CE1-8723-858AEC29A88E}" destId="{17CAF2A1-6A15-4AA4-A63A-8C1CFE90C074}" srcOrd="2" destOrd="0" presId="urn:microsoft.com/office/officeart/2005/8/layout/orgChart1"/>
    <dgm:cxn modelId="{2006C821-27D3-4167-9C81-EFC1001EC771}" type="presParOf" srcId="{01AC908C-D6D3-446E-BF94-FED1879FEA33}" destId="{2656F3A3-D6B1-496B-89A8-81F4F005FD17}" srcOrd="4" destOrd="0" presId="urn:microsoft.com/office/officeart/2005/8/layout/orgChart1"/>
    <dgm:cxn modelId="{D8480FA2-A13A-4442-A774-9DC4D24D3195}" type="presParOf" srcId="{01AC908C-D6D3-446E-BF94-FED1879FEA33}" destId="{6C377795-6A4F-4F49-93AA-CF6E6773C789}" srcOrd="5" destOrd="0" presId="urn:microsoft.com/office/officeart/2005/8/layout/orgChart1"/>
    <dgm:cxn modelId="{CD777335-0174-4162-9974-000A424E19B2}" type="presParOf" srcId="{6C377795-6A4F-4F49-93AA-CF6E6773C789}" destId="{9086C354-942E-4C23-AF4D-0FE6593E5B73}" srcOrd="0" destOrd="0" presId="urn:microsoft.com/office/officeart/2005/8/layout/orgChart1"/>
    <dgm:cxn modelId="{CCE25661-64A0-4700-8697-59759D49504E}" type="presParOf" srcId="{9086C354-942E-4C23-AF4D-0FE6593E5B73}" destId="{CB0F9422-DD03-43BD-8EF0-9496541838D2}" srcOrd="0" destOrd="0" presId="urn:microsoft.com/office/officeart/2005/8/layout/orgChart1"/>
    <dgm:cxn modelId="{14A5027B-41B3-4FF2-AE2D-1DD4FA4EC78E}" type="presParOf" srcId="{9086C354-942E-4C23-AF4D-0FE6593E5B73}" destId="{14FDD5E1-704C-447D-A6A2-EF53E82215B3}" srcOrd="1" destOrd="0" presId="urn:microsoft.com/office/officeart/2005/8/layout/orgChart1"/>
    <dgm:cxn modelId="{D45872CD-79C6-4779-940F-8D2DC1CD04FE}" type="presParOf" srcId="{6C377795-6A4F-4F49-93AA-CF6E6773C789}" destId="{1F5F4A16-935D-4CB0-BC7C-8417AC24F50C}" srcOrd="1" destOrd="0" presId="urn:microsoft.com/office/officeart/2005/8/layout/orgChart1"/>
    <dgm:cxn modelId="{CE2631C6-9964-417C-98E2-94569C69EBF2}" type="presParOf" srcId="{1F5F4A16-935D-4CB0-BC7C-8417AC24F50C}" destId="{A01560FC-44AB-4EFC-9CDA-B21C0DF3430F}" srcOrd="0" destOrd="0" presId="urn:microsoft.com/office/officeart/2005/8/layout/orgChart1"/>
    <dgm:cxn modelId="{ACE83A57-A969-49F9-9D68-33386848D06A}" type="presParOf" srcId="{1F5F4A16-935D-4CB0-BC7C-8417AC24F50C}" destId="{7CA02803-8A78-4FE7-9EB2-4DA92A76BD2B}" srcOrd="1" destOrd="0" presId="urn:microsoft.com/office/officeart/2005/8/layout/orgChart1"/>
    <dgm:cxn modelId="{080BE791-F85B-4F0B-95B8-1252AC227700}" type="presParOf" srcId="{7CA02803-8A78-4FE7-9EB2-4DA92A76BD2B}" destId="{711E2EE9-7193-41D5-AB82-D34D0873027E}" srcOrd="0" destOrd="0" presId="urn:microsoft.com/office/officeart/2005/8/layout/orgChart1"/>
    <dgm:cxn modelId="{4E6896B3-533B-429F-B7A7-E5F696D28A71}" type="presParOf" srcId="{711E2EE9-7193-41D5-AB82-D34D0873027E}" destId="{8FFF1EF5-CB4F-4B7C-B68A-982AC0363E52}" srcOrd="0" destOrd="0" presId="urn:microsoft.com/office/officeart/2005/8/layout/orgChart1"/>
    <dgm:cxn modelId="{89BF98C3-AA93-48C6-A103-38A87F410848}" type="presParOf" srcId="{711E2EE9-7193-41D5-AB82-D34D0873027E}" destId="{254F2564-395B-454B-A0B2-20E3D58CA4D7}" srcOrd="1" destOrd="0" presId="urn:microsoft.com/office/officeart/2005/8/layout/orgChart1"/>
    <dgm:cxn modelId="{C1146CF3-0768-4CC7-81D8-F74F6E98D7D1}" type="presParOf" srcId="{7CA02803-8A78-4FE7-9EB2-4DA92A76BD2B}" destId="{B92A1658-6FE7-4ABF-95D6-B4D9925C34FB}" srcOrd="1" destOrd="0" presId="urn:microsoft.com/office/officeart/2005/8/layout/orgChart1"/>
    <dgm:cxn modelId="{6FB6995C-5DDB-4931-89A5-BA8C3E1E2763}" type="presParOf" srcId="{7CA02803-8A78-4FE7-9EB2-4DA92A76BD2B}" destId="{6F357A26-78EA-4518-A90E-B216F404B2BB}" srcOrd="2" destOrd="0" presId="urn:microsoft.com/office/officeart/2005/8/layout/orgChart1"/>
    <dgm:cxn modelId="{41A22E6D-1B1E-43C1-AC41-A3855F79993C}" type="presParOf" srcId="{6C377795-6A4F-4F49-93AA-CF6E6773C789}" destId="{42798F2C-9D24-42BF-8FE1-171276B2E7FC}" srcOrd="2" destOrd="0" presId="urn:microsoft.com/office/officeart/2005/8/layout/orgChart1"/>
    <dgm:cxn modelId="{6D6A8FD3-57DB-477D-8D9C-0C012AAD43F9}" type="presParOf" srcId="{3A0E9EBB-7FDD-482E-AED0-F31CCA0031AB}" destId="{D4C4E112-D824-4F13-BE28-231825815D3D}" srcOrd="2" destOrd="0" presId="urn:microsoft.com/office/officeart/2005/8/layout/orgChart1"/>
  </dgm:cxnLst>
  <dgm:bg/>
  <dgm:whole/>
  <dgm:extLst>
    <a:ext uri="http://schemas.microsoft.com/office/drawing/2008/diagram">
      <dsp:dataModelExt xmlns:dsp="http://schemas.microsoft.com/office/drawing/2008/diagram" relId="rId7" minVer="http://schemas.openxmlformats.org/drawingml/2006/diagram"/>
    </a:ext>
  </dgm:extLst>
</dgm:dataModel>
</file>

<file path=ppt/diagrams/drawing1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A01560FC-44AB-4EFC-9CDA-B21C0DF3430F}">
      <dsp:nvSpPr>
        <dsp:cNvPr id="0" name=""/>
        <dsp:cNvSpPr/>
      </dsp:nvSpPr>
      <dsp:spPr>
        <a:xfrm>
          <a:off x="6589420" y="2875654"/>
          <a:ext cx="224200" cy="950870"/>
        </a:xfrm>
        <a:custGeom>
          <a:avLst/>
          <a:gdLst/>
          <a:ahLst/>
          <a:cxnLst/>
          <a:rect l="0" t="0" r="0" b="0"/>
          <a:pathLst>
            <a:path>
              <a:moveTo>
                <a:pt x="0" y="0"/>
              </a:moveTo>
              <a:lnTo>
                <a:pt x="0" y="950870"/>
              </a:lnTo>
              <a:lnTo>
                <a:pt x="224200" y="950870"/>
              </a:lnTo>
            </a:path>
          </a:pathLst>
        </a:custGeom>
        <a:noFill/>
        <a:ln w="25400" cap="flat" cmpd="sng" algn="ctr">
          <a:solidFill>
            <a:schemeClr val="accent6">
              <a:shade val="8000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2656F3A3-D6B1-496B-89A8-81F4F005FD17}">
      <dsp:nvSpPr>
        <dsp:cNvPr id="0" name=""/>
        <dsp:cNvSpPr/>
      </dsp:nvSpPr>
      <dsp:spPr>
        <a:xfrm>
          <a:off x="4390403" y="1189756"/>
          <a:ext cx="3148819" cy="498646"/>
        </a:xfrm>
        <a:custGeom>
          <a:avLst/>
          <a:gdLst/>
          <a:ahLst/>
          <a:cxnLst/>
          <a:rect l="0" t="0" r="0" b="0"/>
          <a:pathLst>
            <a:path>
              <a:moveTo>
                <a:pt x="0" y="0"/>
              </a:moveTo>
              <a:lnTo>
                <a:pt x="0" y="249323"/>
              </a:lnTo>
              <a:lnTo>
                <a:pt x="3148819" y="249323"/>
              </a:lnTo>
              <a:lnTo>
                <a:pt x="3148819" y="498646"/>
              </a:lnTo>
            </a:path>
          </a:pathLst>
        </a:custGeom>
        <a:noFill/>
        <a:ln w="25400" cap="flat" cmpd="sng" algn="ctr">
          <a:solidFill>
            <a:schemeClr val="accent6">
              <a:shade val="6000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93D33649-4913-4DA6-8046-634C8F64F140}">
      <dsp:nvSpPr>
        <dsp:cNvPr id="0" name=""/>
        <dsp:cNvSpPr/>
      </dsp:nvSpPr>
      <dsp:spPr>
        <a:xfrm>
          <a:off x="3164932" y="2875654"/>
          <a:ext cx="290212" cy="928301"/>
        </a:xfrm>
        <a:custGeom>
          <a:avLst/>
          <a:gdLst/>
          <a:ahLst/>
          <a:cxnLst/>
          <a:rect l="0" t="0" r="0" b="0"/>
          <a:pathLst>
            <a:path>
              <a:moveTo>
                <a:pt x="0" y="0"/>
              </a:moveTo>
              <a:lnTo>
                <a:pt x="0" y="928301"/>
              </a:lnTo>
              <a:lnTo>
                <a:pt x="290212" y="928301"/>
              </a:lnTo>
            </a:path>
          </a:pathLst>
        </a:custGeom>
        <a:noFill/>
        <a:ln w="25400" cap="flat" cmpd="sng" algn="ctr">
          <a:solidFill>
            <a:schemeClr val="accent6">
              <a:shade val="8000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5FF5E876-BB4A-4020-9425-40123D5ED76E}">
      <dsp:nvSpPr>
        <dsp:cNvPr id="0" name=""/>
        <dsp:cNvSpPr/>
      </dsp:nvSpPr>
      <dsp:spPr>
        <a:xfrm>
          <a:off x="4114735" y="1189756"/>
          <a:ext cx="275668" cy="498646"/>
        </a:xfrm>
        <a:custGeom>
          <a:avLst/>
          <a:gdLst/>
          <a:ahLst/>
          <a:cxnLst/>
          <a:rect l="0" t="0" r="0" b="0"/>
          <a:pathLst>
            <a:path>
              <a:moveTo>
                <a:pt x="275668" y="0"/>
              </a:moveTo>
              <a:lnTo>
                <a:pt x="275668" y="249323"/>
              </a:lnTo>
              <a:lnTo>
                <a:pt x="0" y="249323"/>
              </a:lnTo>
              <a:lnTo>
                <a:pt x="0" y="498646"/>
              </a:lnTo>
            </a:path>
          </a:pathLst>
        </a:custGeom>
        <a:noFill/>
        <a:ln w="25400" cap="flat" cmpd="sng" algn="ctr">
          <a:solidFill>
            <a:schemeClr val="accent6">
              <a:shade val="6000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29E380AE-4261-426B-8DB2-BF0AE62702DD}">
      <dsp:nvSpPr>
        <dsp:cNvPr id="0" name=""/>
        <dsp:cNvSpPr/>
      </dsp:nvSpPr>
      <dsp:spPr>
        <a:xfrm>
          <a:off x="291781" y="2875654"/>
          <a:ext cx="195967" cy="796361"/>
        </a:xfrm>
        <a:custGeom>
          <a:avLst/>
          <a:gdLst/>
          <a:ahLst/>
          <a:cxnLst/>
          <a:rect l="0" t="0" r="0" b="0"/>
          <a:pathLst>
            <a:path>
              <a:moveTo>
                <a:pt x="0" y="0"/>
              </a:moveTo>
              <a:lnTo>
                <a:pt x="0" y="796361"/>
              </a:lnTo>
              <a:lnTo>
                <a:pt x="195967" y="796361"/>
              </a:lnTo>
            </a:path>
          </a:pathLst>
        </a:custGeom>
        <a:noFill/>
        <a:ln w="25400" cap="flat" cmpd="sng" algn="ctr">
          <a:solidFill>
            <a:schemeClr val="accent6">
              <a:shade val="8000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B5A3CA72-6032-4DE8-AF72-1DC540B9FACB}">
      <dsp:nvSpPr>
        <dsp:cNvPr id="0" name=""/>
        <dsp:cNvSpPr/>
      </dsp:nvSpPr>
      <dsp:spPr>
        <a:xfrm>
          <a:off x="1241583" y="1189756"/>
          <a:ext cx="3148819" cy="498646"/>
        </a:xfrm>
        <a:custGeom>
          <a:avLst/>
          <a:gdLst/>
          <a:ahLst/>
          <a:cxnLst/>
          <a:rect l="0" t="0" r="0" b="0"/>
          <a:pathLst>
            <a:path>
              <a:moveTo>
                <a:pt x="3148819" y="0"/>
              </a:moveTo>
              <a:lnTo>
                <a:pt x="3148819" y="249323"/>
              </a:lnTo>
              <a:lnTo>
                <a:pt x="0" y="249323"/>
              </a:lnTo>
              <a:lnTo>
                <a:pt x="0" y="498646"/>
              </a:lnTo>
            </a:path>
          </a:pathLst>
        </a:custGeom>
        <a:noFill/>
        <a:ln w="25400" cap="flat" cmpd="sng" algn="ctr">
          <a:solidFill>
            <a:schemeClr val="accent6">
              <a:shade val="6000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874C13FA-0A5A-4DBB-A142-B6E08DAAC5E7}">
      <dsp:nvSpPr>
        <dsp:cNvPr id="0" name=""/>
        <dsp:cNvSpPr/>
      </dsp:nvSpPr>
      <dsp:spPr>
        <a:xfrm>
          <a:off x="3203150" y="2503"/>
          <a:ext cx="2374505" cy="1187252"/>
        </a:xfrm>
        <a:prstGeom prst="rect">
          <a:avLst/>
        </a:prstGeom>
        <a:gradFill rotWithShape="0">
          <a:gsLst>
            <a:gs pos="0">
              <a:schemeClr val="accent6">
                <a:hueOff val="0"/>
                <a:satOff val="0"/>
                <a:lumOff val="0"/>
                <a:alphaOff val="0"/>
                <a:tint val="50000"/>
                <a:satMod val="300000"/>
              </a:schemeClr>
            </a:gs>
            <a:gs pos="35000">
              <a:schemeClr val="accent6">
                <a:hueOff val="0"/>
                <a:satOff val="0"/>
                <a:lumOff val="0"/>
                <a:alphaOff val="0"/>
                <a:tint val="37000"/>
                <a:satMod val="300000"/>
              </a:schemeClr>
            </a:gs>
            <a:gs pos="100000">
              <a:schemeClr val="accent6">
                <a:hueOff val="0"/>
                <a:satOff val="0"/>
                <a:lumOff val="0"/>
                <a:alphaOff val="0"/>
                <a:tint val="15000"/>
                <a:satMod val="350000"/>
              </a:schemeClr>
            </a:gs>
          </a:gsLst>
          <a:lin ang="16200000" scaled="1"/>
        </a:gradFill>
        <a:ln>
          <a:noFill/>
        </a:ln>
        <a:effectLst>
          <a:outerShdw blurRad="40000" dist="20000" dir="5400000" rotWithShape="0">
            <a:srgbClr val="000000">
              <a:alpha val="38000"/>
            </a:srgbClr>
          </a:outerShdw>
        </a:effectLst>
        <a:scene3d>
          <a:camera prst="orthographicFront"/>
          <a:lightRig rig="flat" dir="t"/>
        </a:scene3d>
        <a:sp3d prstMaterial="dkEdge">
          <a:bevelT w="8200" h="38100"/>
        </a:sp3d>
      </dsp:spPr>
      <dsp:style>
        <a:lnRef idx="0">
          <a:scrgbClr r="0" g="0" b="0"/>
        </a:lnRef>
        <a:fillRef idx="2">
          <a:scrgbClr r="0" g="0" b="0"/>
        </a:fillRef>
        <a:effectRef idx="1">
          <a:scrgbClr r="0" g="0" b="0"/>
        </a:effectRef>
        <a:fontRef idx="minor">
          <a:schemeClr val="dk1"/>
        </a:fontRef>
      </dsp:style>
      <dsp:txBody>
        <a:bodyPr spcFirstLastPara="0" vert="horz" wrap="square" lIns="12700" tIns="12700" rIns="12700" bIns="12700" numCol="1" spcCol="1270" anchor="ctr" anchorCtr="0">
          <a:noAutofit/>
        </a:bodyPr>
        <a:lstStyle/>
        <a:p>
          <a:pPr marL="0" lvl="0" indent="0" algn="ctr" defTabSz="8890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s-CO" sz="2000" kern="1200" dirty="0">
              <a:latin typeface="Arial" panose="020B0604020202020204" pitchFamily="34" charset="0"/>
              <a:cs typeface="Arial" panose="020B0604020202020204" pitchFamily="34" charset="0"/>
            </a:rPr>
            <a:t>El jugador inicia en el menú principal</a:t>
          </a:r>
        </a:p>
      </dsp:txBody>
      <dsp:txXfrm>
        <a:off x="3203150" y="2503"/>
        <a:ext cx="2374505" cy="1187252"/>
      </dsp:txXfrm>
    </dsp:sp>
    <dsp:sp modelId="{9BFE1577-E7C8-4E4A-8CFD-184274E254C7}">
      <dsp:nvSpPr>
        <dsp:cNvPr id="0" name=""/>
        <dsp:cNvSpPr/>
      </dsp:nvSpPr>
      <dsp:spPr>
        <a:xfrm>
          <a:off x="54330" y="1688402"/>
          <a:ext cx="2374505" cy="1187252"/>
        </a:xfrm>
        <a:prstGeom prst="rect">
          <a:avLst/>
        </a:prstGeom>
        <a:gradFill rotWithShape="0">
          <a:gsLst>
            <a:gs pos="0">
              <a:schemeClr val="accent6">
                <a:hueOff val="0"/>
                <a:satOff val="0"/>
                <a:lumOff val="0"/>
                <a:alphaOff val="0"/>
                <a:tint val="50000"/>
                <a:satMod val="300000"/>
              </a:schemeClr>
            </a:gs>
            <a:gs pos="35000">
              <a:schemeClr val="accent6">
                <a:hueOff val="0"/>
                <a:satOff val="0"/>
                <a:lumOff val="0"/>
                <a:alphaOff val="0"/>
                <a:tint val="37000"/>
                <a:satMod val="300000"/>
              </a:schemeClr>
            </a:gs>
            <a:gs pos="100000">
              <a:schemeClr val="accent6">
                <a:hueOff val="0"/>
                <a:satOff val="0"/>
                <a:lumOff val="0"/>
                <a:alphaOff val="0"/>
                <a:tint val="15000"/>
                <a:satMod val="350000"/>
              </a:schemeClr>
            </a:gs>
          </a:gsLst>
          <a:lin ang="16200000" scaled="1"/>
        </a:gradFill>
        <a:ln>
          <a:noFill/>
        </a:ln>
        <a:effectLst>
          <a:outerShdw blurRad="40000" dist="20000" dir="5400000" rotWithShape="0">
            <a:srgbClr val="000000">
              <a:alpha val="38000"/>
            </a:srgbClr>
          </a:outerShdw>
        </a:effectLst>
        <a:scene3d>
          <a:camera prst="orthographicFront"/>
          <a:lightRig rig="flat" dir="t"/>
        </a:scene3d>
        <a:sp3d prstMaterial="dkEdge">
          <a:bevelT w="8200" h="38100"/>
        </a:sp3d>
      </dsp:spPr>
      <dsp:style>
        <a:lnRef idx="0">
          <a:scrgbClr r="0" g="0" b="0"/>
        </a:lnRef>
        <a:fillRef idx="2">
          <a:scrgbClr r="0" g="0" b="0"/>
        </a:fillRef>
        <a:effectRef idx="1">
          <a:scrgbClr r="0" g="0" b="0"/>
        </a:effectRef>
        <a:fontRef idx="minor">
          <a:schemeClr val="dk1"/>
        </a:fontRef>
      </dsp:style>
      <dsp:txBody>
        <a:bodyPr spcFirstLastPara="0" vert="horz" wrap="square" lIns="12700" tIns="12700" rIns="12700" bIns="12700" numCol="1" spcCol="1270" anchor="ctr" anchorCtr="0">
          <a:noAutofit/>
        </a:bodyPr>
        <a:lstStyle/>
        <a:p>
          <a:pPr marL="0" lvl="0" indent="0" algn="ctr" defTabSz="8890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s-CO" sz="2000" kern="1200" dirty="0"/>
            <a:t>Inicia Nivel 1</a:t>
          </a:r>
        </a:p>
      </dsp:txBody>
      <dsp:txXfrm>
        <a:off x="54330" y="1688402"/>
        <a:ext cx="2374505" cy="1187252"/>
      </dsp:txXfrm>
    </dsp:sp>
    <dsp:sp modelId="{1053CB39-21ED-485D-8817-43C4FDD4C2CD}">
      <dsp:nvSpPr>
        <dsp:cNvPr id="0" name=""/>
        <dsp:cNvSpPr/>
      </dsp:nvSpPr>
      <dsp:spPr>
        <a:xfrm>
          <a:off x="487749" y="3078390"/>
          <a:ext cx="2374505" cy="1187252"/>
        </a:xfrm>
        <a:prstGeom prst="rect">
          <a:avLst/>
        </a:prstGeom>
        <a:gradFill rotWithShape="0">
          <a:gsLst>
            <a:gs pos="0">
              <a:schemeClr val="accent6">
                <a:hueOff val="0"/>
                <a:satOff val="0"/>
                <a:lumOff val="0"/>
                <a:alphaOff val="0"/>
                <a:tint val="50000"/>
                <a:satMod val="300000"/>
              </a:schemeClr>
            </a:gs>
            <a:gs pos="35000">
              <a:schemeClr val="accent6">
                <a:hueOff val="0"/>
                <a:satOff val="0"/>
                <a:lumOff val="0"/>
                <a:alphaOff val="0"/>
                <a:tint val="37000"/>
                <a:satMod val="300000"/>
              </a:schemeClr>
            </a:gs>
            <a:gs pos="100000">
              <a:schemeClr val="accent6">
                <a:hueOff val="0"/>
                <a:satOff val="0"/>
                <a:lumOff val="0"/>
                <a:alphaOff val="0"/>
                <a:tint val="15000"/>
                <a:satMod val="350000"/>
              </a:schemeClr>
            </a:gs>
          </a:gsLst>
          <a:lin ang="16200000" scaled="1"/>
        </a:gradFill>
        <a:ln>
          <a:noFill/>
        </a:ln>
        <a:effectLst>
          <a:outerShdw blurRad="40000" dist="20000" dir="5400000" rotWithShape="0">
            <a:srgbClr val="000000">
              <a:alpha val="38000"/>
            </a:srgbClr>
          </a:outerShdw>
        </a:effectLst>
        <a:scene3d>
          <a:camera prst="orthographicFront"/>
          <a:lightRig rig="flat" dir="t"/>
        </a:scene3d>
        <a:sp3d prstMaterial="dkEdge">
          <a:bevelT w="8200" h="38100"/>
        </a:sp3d>
      </dsp:spPr>
      <dsp:style>
        <a:lnRef idx="0">
          <a:scrgbClr r="0" g="0" b="0"/>
        </a:lnRef>
        <a:fillRef idx="2">
          <a:scrgbClr r="0" g="0" b="0"/>
        </a:fillRef>
        <a:effectRef idx="1">
          <a:scrgbClr r="0" g="0" b="0"/>
        </a:effectRef>
        <a:fontRef idx="minor">
          <a:schemeClr val="dk1"/>
        </a:fontRef>
      </dsp:style>
      <dsp:txBody>
        <a:bodyPr spcFirstLastPara="0" vert="horz" wrap="square" lIns="11430" tIns="11430" rIns="11430" bIns="11430" numCol="1" spcCol="1270" anchor="ctr" anchorCtr="0">
          <a:noAutofit/>
        </a:bodyPr>
        <a:lstStyle/>
        <a:p>
          <a:pPr marL="0" lvl="0" indent="0" algn="ctr" defTabSz="8001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s-CO" sz="1800" kern="1200" dirty="0"/>
            <a:t>Escena del Nivel        jugador, basura,     enemigos, contador. </a:t>
          </a:r>
          <a:endParaRPr lang="es-CO" sz="2200" kern="1200" dirty="0"/>
        </a:p>
      </dsp:txBody>
      <dsp:txXfrm>
        <a:off x="487749" y="3078390"/>
        <a:ext cx="2374505" cy="1187252"/>
      </dsp:txXfrm>
    </dsp:sp>
    <dsp:sp modelId="{93F52B74-7D90-4619-855C-8CCB95055C88}">
      <dsp:nvSpPr>
        <dsp:cNvPr id="0" name=""/>
        <dsp:cNvSpPr/>
      </dsp:nvSpPr>
      <dsp:spPr>
        <a:xfrm>
          <a:off x="2927482" y="1688402"/>
          <a:ext cx="2374505" cy="1187252"/>
        </a:xfrm>
        <a:prstGeom prst="rect">
          <a:avLst/>
        </a:prstGeom>
        <a:gradFill rotWithShape="0">
          <a:gsLst>
            <a:gs pos="0">
              <a:schemeClr val="accent6">
                <a:hueOff val="0"/>
                <a:satOff val="0"/>
                <a:lumOff val="0"/>
                <a:alphaOff val="0"/>
                <a:tint val="50000"/>
                <a:satMod val="300000"/>
              </a:schemeClr>
            </a:gs>
            <a:gs pos="35000">
              <a:schemeClr val="accent6">
                <a:hueOff val="0"/>
                <a:satOff val="0"/>
                <a:lumOff val="0"/>
                <a:alphaOff val="0"/>
                <a:tint val="37000"/>
                <a:satMod val="300000"/>
              </a:schemeClr>
            </a:gs>
            <a:gs pos="100000">
              <a:schemeClr val="accent6">
                <a:hueOff val="0"/>
                <a:satOff val="0"/>
                <a:lumOff val="0"/>
                <a:alphaOff val="0"/>
                <a:tint val="15000"/>
                <a:satMod val="350000"/>
              </a:schemeClr>
            </a:gs>
          </a:gsLst>
          <a:lin ang="16200000" scaled="1"/>
        </a:gradFill>
        <a:ln>
          <a:noFill/>
        </a:ln>
        <a:effectLst>
          <a:outerShdw blurRad="40000" dist="20000" dir="5400000" rotWithShape="0">
            <a:srgbClr val="000000">
              <a:alpha val="38000"/>
            </a:srgbClr>
          </a:outerShdw>
        </a:effectLst>
        <a:scene3d>
          <a:camera prst="orthographicFront"/>
          <a:lightRig rig="flat" dir="t"/>
        </a:scene3d>
        <a:sp3d prstMaterial="dkEdge">
          <a:bevelT w="8200" h="38100"/>
        </a:sp3d>
      </dsp:spPr>
      <dsp:style>
        <a:lnRef idx="0">
          <a:scrgbClr r="0" g="0" b="0"/>
        </a:lnRef>
        <a:fillRef idx="2">
          <a:scrgbClr r="0" g="0" b="0"/>
        </a:fillRef>
        <a:effectRef idx="1">
          <a:scrgbClr r="0" g="0" b="0"/>
        </a:effectRef>
        <a:fontRef idx="minor">
          <a:schemeClr val="dk1"/>
        </a:fontRef>
      </dsp:style>
      <dsp:txBody>
        <a:bodyPr spcFirstLastPara="0" vert="horz" wrap="square" lIns="12700" tIns="12700" rIns="12700" bIns="12700" numCol="1" spcCol="1270" anchor="ctr" anchorCtr="0">
          <a:noAutofit/>
        </a:bodyPr>
        <a:lstStyle/>
        <a:p>
          <a:pPr marL="0" lvl="0" indent="0" algn="ctr" defTabSz="8890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s-CO" sz="2000" kern="1200" dirty="0"/>
            <a:t>Recolección de basura</a:t>
          </a:r>
        </a:p>
      </dsp:txBody>
      <dsp:txXfrm>
        <a:off x="2927482" y="1688402"/>
        <a:ext cx="2374505" cy="1187252"/>
      </dsp:txXfrm>
    </dsp:sp>
    <dsp:sp modelId="{FAA229E8-8DDF-4EAC-A7B5-15E6BF0D6D5C}">
      <dsp:nvSpPr>
        <dsp:cNvPr id="0" name=""/>
        <dsp:cNvSpPr/>
      </dsp:nvSpPr>
      <dsp:spPr>
        <a:xfrm>
          <a:off x="3455144" y="3210329"/>
          <a:ext cx="2925841" cy="1187252"/>
        </a:xfrm>
        <a:prstGeom prst="rect">
          <a:avLst/>
        </a:prstGeom>
        <a:gradFill rotWithShape="0">
          <a:gsLst>
            <a:gs pos="0">
              <a:schemeClr val="accent6">
                <a:hueOff val="0"/>
                <a:satOff val="0"/>
                <a:lumOff val="0"/>
                <a:alphaOff val="0"/>
                <a:tint val="50000"/>
                <a:satMod val="300000"/>
              </a:schemeClr>
            </a:gs>
            <a:gs pos="35000">
              <a:schemeClr val="accent6">
                <a:hueOff val="0"/>
                <a:satOff val="0"/>
                <a:lumOff val="0"/>
                <a:alphaOff val="0"/>
                <a:tint val="37000"/>
                <a:satMod val="300000"/>
              </a:schemeClr>
            </a:gs>
            <a:gs pos="100000">
              <a:schemeClr val="accent6">
                <a:hueOff val="0"/>
                <a:satOff val="0"/>
                <a:lumOff val="0"/>
                <a:alphaOff val="0"/>
                <a:tint val="15000"/>
                <a:satMod val="350000"/>
              </a:schemeClr>
            </a:gs>
          </a:gsLst>
          <a:lin ang="16200000" scaled="1"/>
        </a:gradFill>
        <a:ln>
          <a:noFill/>
        </a:ln>
        <a:effectLst>
          <a:outerShdw blurRad="40000" dist="20000" dir="5400000" rotWithShape="0">
            <a:srgbClr val="000000">
              <a:alpha val="38000"/>
            </a:srgbClr>
          </a:outerShdw>
        </a:effectLst>
        <a:scene3d>
          <a:camera prst="orthographicFront"/>
          <a:lightRig rig="flat" dir="t"/>
        </a:scene3d>
        <a:sp3d prstMaterial="dkEdge">
          <a:bevelT w="8200" h="38100"/>
        </a:sp3d>
      </dsp:spPr>
      <dsp:style>
        <a:lnRef idx="0">
          <a:scrgbClr r="0" g="0" b="0"/>
        </a:lnRef>
        <a:fillRef idx="2">
          <a:scrgbClr r="0" g="0" b="0"/>
        </a:fillRef>
        <a:effectRef idx="1">
          <a:scrgbClr r="0" g="0" b="0"/>
        </a:effectRef>
        <a:fontRef idx="minor">
          <a:schemeClr val="dk1"/>
        </a:fontRef>
      </dsp:style>
      <dsp:txBody>
        <a:bodyPr spcFirstLastPara="0" vert="horz" wrap="square" lIns="11430" tIns="11430" rIns="11430" bIns="11430" numCol="1" spcCol="1270" anchor="ctr" anchorCtr="0">
          <a:noAutofit/>
        </a:bodyPr>
        <a:lstStyle/>
        <a:p>
          <a:pPr marL="0" lvl="0" indent="0" algn="ctr" defTabSz="8001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s-CO" sz="1800" kern="1200" dirty="0"/>
            <a:t>Cambia el fondo a la medida que se recolecta la basura e incrementa los enemigos</a:t>
          </a:r>
          <a:r>
            <a:rPr lang="es-CO" sz="2000" kern="1200" dirty="0"/>
            <a:t>.</a:t>
          </a:r>
        </a:p>
      </dsp:txBody>
      <dsp:txXfrm>
        <a:off x="3455144" y="3210329"/>
        <a:ext cx="2925841" cy="1187252"/>
      </dsp:txXfrm>
    </dsp:sp>
    <dsp:sp modelId="{CB0F9422-DD03-43BD-8EF0-9496541838D2}">
      <dsp:nvSpPr>
        <dsp:cNvPr id="0" name=""/>
        <dsp:cNvSpPr/>
      </dsp:nvSpPr>
      <dsp:spPr>
        <a:xfrm>
          <a:off x="6351970" y="1688402"/>
          <a:ext cx="2374505" cy="1187252"/>
        </a:xfrm>
        <a:prstGeom prst="rect">
          <a:avLst/>
        </a:prstGeom>
        <a:gradFill rotWithShape="0">
          <a:gsLst>
            <a:gs pos="0">
              <a:schemeClr val="accent6">
                <a:hueOff val="0"/>
                <a:satOff val="0"/>
                <a:lumOff val="0"/>
                <a:alphaOff val="0"/>
                <a:tint val="50000"/>
                <a:satMod val="300000"/>
              </a:schemeClr>
            </a:gs>
            <a:gs pos="35000">
              <a:schemeClr val="accent6">
                <a:hueOff val="0"/>
                <a:satOff val="0"/>
                <a:lumOff val="0"/>
                <a:alphaOff val="0"/>
                <a:tint val="37000"/>
                <a:satMod val="300000"/>
              </a:schemeClr>
            </a:gs>
            <a:gs pos="100000">
              <a:schemeClr val="accent6">
                <a:hueOff val="0"/>
                <a:satOff val="0"/>
                <a:lumOff val="0"/>
                <a:alphaOff val="0"/>
                <a:tint val="15000"/>
                <a:satMod val="350000"/>
              </a:schemeClr>
            </a:gs>
          </a:gsLst>
          <a:lin ang="16200000" scaled="1"/>
        </a:gradFill>
        <a:ln>
          <a:noFill/>
        </a:ln>
        <a:effectLst>
          <a:outerShdw blurRad="40000" dist="20000" dir="5400000" rotWithShape="0">
            <a:srgbClr val="000000">
              <a:alpha val="38000"/>
            </a:srgbClr>
          </a:outerShdw>
        </a:effectLst>
        <a:scene3d>
          <a:camera prst="orthographicFront"/>
          <a:lightRig rig="flat" dir="t"/>
        </a:scene3d>
        <a:sp3d prstMaterial="dkEdge">
          <a:bevelT w="8200" h="38100"/>
        </a:sp3d>
      </dsp:spPr>
      <dsp:style>
        <a:lnRef idx="0">
          <a:scrgbClr r="0" g="0" b="0"/>
        </a:lnRef>
        <a:fillRef idx="2">
          <a:scrgbClr r="0" g="0" b="0"/>
        </a:fillRef>
        <a:effectRef idx="1">
          <a:scrgbClr r="0" g="0" b="0"/>
        </a:effectRef>
        <a:fontRef idx="minor">
          <a:schemeClr val="dk1"/>
        </a:fontRef>
      </dsp:style>
      <dsp:txBody>
        <a:bodyPr spcFirstLastPara="0" vert="horz" wrap="square" lIns="12700" tIns="12700" rIns="12700" bIns="12700" numCol="1" spcCol="1270" anchor="ctr" anchorCtr="0">
          <a:noAutofit/>
        </a:bodyPr>
        <a:lstStyle/>
        <a:p>
          <a:pPr marL="0" lvl="0" indent="0" algn="ctr" defTabSz="8890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s-CO" sz="2000" kern="1200" dirty="0"/>
            <a:t>Fin del juego</a:t>
          </a:r>
        </a:p>
      </dsp:txBody>
      <dsp:txXfrm>
        <a:off x="6351970" y="1688402"/>
        <a:ext cx="2374505" cy="1187252"/>
      </dsp:txXfrm>
    </dsp:sp>
    <dsp:sp modelId="{8FFF1EF5-CB4F-4B7C-B68A-982AC0363E52}">
      <dsp:nvSpPr>
        <dsp:cNvPr id="0" name=""/>
        <dsp:cNvSpPr/>
      </dsp:nvSpPr>
      <dsp:spPr>
        <a:xfrm>
          <a:off x="6813621" y="3232899"/>
          <a:ext cx="2374505" cy="1187252"/>
        </a:xfrm>
        <a:prstGeom prst="rect">
          <a:avLst/>
        </a:prstGeom>
        <a:gradFill rotWithShape="0">
          <a:gsLst>
            <a:gs pos="0">
              <a:schemeClr val="accent6">
                <a:hueOff val="0"/>
                <a:satOff val="0"/>
                <a:lumOff val="0"/>
                <a:alphaOff val="0"/>
                <a:tint val="50000"/>
                <a:satMod val="300000"/>
              </a:schemeClr>
            </a:gs>
            <a:gs pos="35000">
              <a:schemeClr val="accent6">
                <a:hueOff val="0"/>
                <a:satOff val="0"/>
                <a:lumOff val="0"/>
                <a:alphaOff val="0"/>
                <a:tint val="37000"/>
                <a:satMod val="300000"/>
              </a:schemeClr>
            </a:gs>
            <a:gs pos="100000">
              <a:schemeClr val="accent6">
                <a:hueOff val="0"/>
                <a:satOff val="0"/>
                <a:lumOff val="0"/>
                <a:alphaOff val="0"/>
                <a:tint val="15000"/>
                <a:satMod val="350000"/>
              </a:schemeClr>
            </a:gs>
          </a:gsLst>
          <a:lin ang="16200000" scaled="1"/>
        </a:gradFill>
        <a:ln>
          <a:noFill/>
        </a:ln>
        <a:effectLst>
          <a:outerShdw blurRad="40000" dist="20000" dir="5400000" rotWithShape="0">
            <a:srgbClr val="000000">
              <a:alpha val="38000"/>
            </a:srgbClr>
          </a:outerShdw>
        </a:effectLst>
        <a:scene3d>
          <a:camera prst="orthographicFront"/>
          <a:lightRig rig="flat" dir="t"/>
        </a:scene3d>
        <a:sp3d prstMaterial="dkEdge">
          <a:bevelT w="8200" h="38100"/>
        </a:sp3d>
      </dsp:spPr>
      <dsp:style>
        <a:lnRef idx="0">
          <a:scrgbClr r="0" g="0" b="0"/>
        </a:lnRef>
        <a:fillRef idx="2">
          <a:scrgbClr r="0" g="0" b="0"/>
        </a:fillRef>
        <a:effectRef idx="1">
          <a:scrgbClr r="0" g="0" b="0"/>
        </a:effectRef>
        <a:fontRef idx="minor">
          <a:schemeClr val="dk1"/>
        </a:fontRef>
      </dsp:style>
      <dsp:txBody>
        <a:bodyPr spcFirstLastPara="0" vert="horz" wrap="square" lIns="11430" tIns="11430" rIns="11430" bIns="11430" numCol="1" spcCol="1270" anchor="ctr" anchorCtr="0">
          <a:noAutofit/>
        </a:bodyPr>
        <a:lstStyle/>
        <a:p>
          <a:pPr marL="0" lvl="0" indent="0" algn="ctr" defTabSz="8001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s-CO" sz="1800" kern="1200" dirty="0"/>
            <a:t>Mensaje de victoria y pasa al siguiente nivel o si se desea reiniciar el juego. </a:t>
          </a:r>
        </a:p>
      </dsp:txBody>
      <dsp:txXfrm>
        <a:off x="6813621" y="3232899"/>
        <a:ext cx="2374505" cy="1187252"/>
      </dsp:txXfrm>
    </dsp:sp>
  </dsp:spTree>
</dsp:drawing>
</file>

<file path=ppt/diagrams/layout1.xml><?xml version="1.0" encoding="utf-8"?>
<dgm:layoutDef xmlns:dgm="http://schemas.openxmlformats.org/drawingml/2006/diagram" xmlns:a="http://schemas.openxmlformats.org/drawingml/2006/main" uniqueId="urn:microsoft.com/office/officeart/2005/8/layout/orgChart1">
  <dgm:title val=""/>
  <dgm:desc val=""/>
  <dgm:catLst>
    <dgm:cat type="hierarchy" pri="1000"/>
    <dgm:cat type="convert" pri="6000"/>
  </dgm:catLst>
  <dgm:sampData>
    <dgm:dataModel>
      <dgm:ptLst>
        <dgm:pt modelId="0" type="doc"/>
        <dgm:pt modelId="1">
          <dgm:prSet phldr="1"/>
        </dgm:pt>
        <dgm:pt modelId="2" type="asst">
          <dgm:prSet phldr="1"/>
        </dgm:pt>
        <dgm:pt modelId="3">
          <dgm:prSet phldr="1"/>
        </dgm:pt>
        <dgm:pt modelId="4">
          <dgm:prSet phldr="1"/>
        </dgm:pt>
        <dgm:pt modelId="5">
          <dgm:prSet phldr="1"/>
        </dgm:pt>
      </dgm:ptLst>
      <dgm:cxnLst>
        <dgm:cxn modelId="5" srcId="0" destId="1" srcOrd="0" destOrd="0"/>
        <dgm:cxn modelId="6" srcId="1" destId="2" srcOrd="0" destOrd="0"/>
        <dgm:cxn modelId="7" srcId="1" destId="3" srcOrd="1" destOrd="0"/>
        <dgm:cxn modelId="8" srcId="1" destId="4" srcOrd="2" destOrd="0"/>
        <dgm:cxn modelId="9" srcId="1" destId="5" srcOrd="3" destOrd="0"/>
      </dgm:cxnLst>
      <dgm:bg/>
      <dgm:whole/>
    </dgm:dataModel>
  </dgm:sampData>
  <dgm:styleData>
    <dgm:dataModel>
      <dgm:ptLst>
        <dgm:pt modelId="0" type="doc"/>
        <dgm:pt modelId="1"/>
        <dgm:pt modelId="12"/>
        <dgm:pt modelId="13"/>
      </dgm:ptLst>
      <dgm:cxnLst>
        <dgm:cxn modelId="2" srcId="0" destId="1" srcOrd="0" destOrd="0"/>
        <dgm:cxn modelId="16" srcId="1" destId="12" srcOrd="1" destOrd="0"/>
        <dgm:cxn modelId="17" srcId="1" destId="13" srcOrd="2" destOrd="0"/>
      </dgm:cxnLst>
      <dgm:bg/>
      <dgm:whole/>
    </dgm:dataModel>
  </dgm:styleData>
  <dgm:clrData>
    <dgm:dataModel>
      <dgm:ptLst>
        <dgm:pt modelId="0" type="doc"/>
        <dgm:pt modelId="1"/>
        <dgm:pt modelId="11" type="asst"/>
        <dgm:pt modelId="12"/>
        <dgm:pt modelId="13"/>
        <dgm:pt modelId="14"/>
      </dgm:ptLst>
      <dgm:cxnLst>
        <dgm:cxn modelId="2" srcId="0" destId="1" srcOrd="0" destOrd="0"/>
        <dgm:cxn modelId="15" srcId="1" destId="11" srcOrd="0" destOrd="0"/>
        <dgm:cxn modelId="16" srcId="1" destId="12" srcOrd="1" destOrd="0"/>
        <dgm:cxn modelId="17" srcId="1" destId="13" srcOrd="2" destOrd="0"/>
        <dgm:cxn modelId="18" srcId="1" destId="14" srcOrd="2" destOrd="0"/>
      </dgm:cxnLst>
      <dgm:bg/>
      <dgm:whole/>
    </dgm:dataModel>
  </dgm:clrData>
  <dgm:layoutNode name="hierChild1">
    <dgm:varLst>
      <dgm:orgChart val="1"/>
      <dgm:chPref val="1"/>
      <dgm:dir/>
      <dgm:animOne val="branch"/>
      <dgm:animLvl val="lvl"/>
      <dgm:resizeHandles/>
    </dgm:varLst>
    <dgm:choose name="Name0">
      <dgm:if name="Name1" func="var" arg="dir" op="equ" val="norm">
        <dgm:alg type="hierChild">
          <dgm:param type="linDir" val="fromL"/>
        </dgm:alg>
      </dgm:if>
      <dgm:else name="Name2">
        <dgm:alg type="hierChild">
          <dgm:param type="linDir" val="fromR"/>
        </dgm:alg>
      </dgm:else>
    </dgm:choose>
    <dgm:shape xmlns:r="http://schemas.openxmlformats.org/officeDocument/2006/relationships" r:blip="">
      <dgm:adjLst/>
    </dgm:shape>
    <dgm:presOf/>
    <dgm:constrLst>
      <dgm:constr type="w" for="des" forName="rootComposite1" refType="w" fact="10"/>
      <dgm:constr type="h" for="des" forName="rootComposite1" refType="w" refFor="des" refForName="rootComposite1" fact="0.5"/>
      <dgm:constr type="w" for="des" forName="rootComposite" refType="w" fact="10"/>
      <dgm:constr type="h" for="des" forName="rootComposite" refType="w" refFor="des" refForName="rootComposite1" fact="0.5"/>
      <dgm:constr type="w" for="des" forName="rootComposite3" refType="w" fact="10"/>
      <dgm:constr type="h" for="des" forName="rootComposite3" refType="w" refFor="des" refForName="rootComposite1" fact="0.5"/>
      <dgm:constr type="primFontSz" for="des" ptType="node" op="equ"/>
      <dgm:constr type="sp" for="des" op="equ"/>
      <dgm:constr type="sp" for="des" forName="hierRoot1" refType="w" refFor="des" refForName="rootComposite1" fact="0.21"/>
      <dgm:constr type="sp" for="des" forName="hierRoot2" refType="sp" refFor="des" refForName="hierRoot1"/>
      <dgm:constr type="sp" for="des" forName="hierRoot3" refType="sp" refFor="des" refForName="hierRoot1"/>
      <dgm:constr type="sibSp" refType="w" refFor="des" refForName="rootComposite1" fact="0.21"/>
      <dgm:constr type="sibSp" for="des" forName="hierChild2" refType="sibSp"/>
      <dgm:constr type="sibSp" for="des" forName="hierChild3" refType="sibSp"/>
      <dgm:constr type="sibSp" for="des" forName="hierChild4" refType="sibSp"/>
      <dgm:constr type="sibSp" for="des" forName="hierChild5" refType="sibSp"/>
      <dgm:constr type="sibSp" for="des" forName="hierChild6" refType="sibSp"/>
      <dgm:constr type="sibSp" for="des" forName="hierChild7" refType="sibSp"/>
      <dgm:constr type="secSibSp" refType="w" refFor="des" refForName="rootComposite1" fact="0.21"/>
      <dgm:constr type="secSibSp" for="des" forName="hierChild2" refType="secSibSp"/>
      <dgm:constr type="secSibSp" for="des" forName="hierChild3" refType="secSibSp"/>
      <dgm:constr type="secSibSp" for="des" forName="hierChild4" refType="secSibSp"/>
      <dgm:constr type="secSibSp" for="des" forName="hierChild5" refType="secSibSp"/>
      <dgm:constr type="secSibSp" for="des" forName="hierChild6" refType="secSibSp"/>
      <dgm:constr type="secSibSp" for="des" forName="hierChild7" refType="secSibSp"/>
    </dgm:constrLst>
    <dgm:ruleLst/>
    <dgm:forEach name="Name3" axis="ch">
      <dgm:forEach name="Name4" axis="self" ptType="node">
        <dgm:layoutNode name="hierRoot1">
          <dgm:varLst>
            <dgm:hierBranch val="init"/>
          </dgm:varLst>
          <dgm:choose name="Name5">
            <dgm:if name="Name6" func="var" arg="hierBranch" op="equ" val="l">
              <dgm:choose name="Name7">
                <dgm:if name="Name8" axis="ch" ptType="asst" func="cnt" op="gte" val="1">
                  <dgm:alg type="hierRoot">
                    <dgm:param type="hierAlign" val="tR"/>
                  </dgm:alg>
                  <dgm:constrLst>
                    <dgm:constr type="alignOff" val="0.65"/>
                  </dgm:constrLst>
                </dgm:if>
                <dgm:else name="Name9">
                  <dgm:alg type="hierRoot">
                    <dgm:param type="hierAlign" val="tR"/>
                  </dgm:alg>
                  <dgm:constrLst>
                    <dgm:constr type="alignOff" val="0.25"/>
                  </dgm:constrLst>
                </dgm:else>
              </dgm:choose>
            </dgm:if>
            <dgm:if name="Name10" func="var" arg="hierBranch" op="equ" val="r">
              <dgm:choose name="Name11">
                <dgm:if name="Name12" axis="ch" ptType="asst" func="cnt" op="gte" val="1">
                  <dgm:alg type="hierRoot">
                    <dgm:param type="hierAlign" val="tL"/>
                  </dgm:alg>
                  <dgm:constrLst>
                    <dgm:constr type="alignOff" val="0.65"/>
                  </dgm:constrLst>
                </dgm:if>
                <dgm:else name="Name13">
                  <dgm:alg type="hierRoot">
                    <dgm:param type="hierAlign" val="tL"/>
                  </dgm:alg>
                  <dgm:constrLst>
                    <dgm:constr type="alignOff" val="0.25"/>
                  </dgm:constrLst>
                </dgm:else>
              </dgm:choose>
            </dgm:if>
            <dgm:if name="Name14" func="var" arg="hierBranch" op="equ" val="hang">
              <dgm:alg type="hierRoot"/>
              <dgm:constrLst>
                <dgm:constr type="alignOff" val="0.65"/>
              </dgm:constrLst>
            </dgm:if>
            <dgm:else name="Name15">
              <dgm:alg type="hierRoot"/>
              <dgm:constrLst>
                <dgm:constr type="alignOff"/>
                <dgm:constr type="bendDist" for="des" ptType="parTrans" refType="sp" fact="0.5"/>
              </dgm:constrLst>
            </dgm:else>
          </dgm:choose>
          <dgm:shape xmlns:r="http://schemas.openxmlformats.org/officeDocument/2006/relationships" r:blip="">
            <dgm:adjLst/>
          </dgm:shape>
          <dgm:presOf/>
          <dgm:ruleLst/>
          <dgm:layoutNode name="rootComposite1">
            <dgm:alg type="composite"/>
            <dgm:shape xmlns:r="http://schemas.openxmlformats.org/officeDocument/2006/relationships" r:blip="">
              <dgm:adjLst/>
            </dgm:shape>
            <dgm:presOf axis="self" ptType="node" cnt="1"/>
            <dgm:choose name="Name16">
              <dgm:if name="Name17" func="var" arg="hierBranch" op="equ" val="init">
                <dgm:constrLst>
                  <dgm:constr type="l" for="ch" forName="rootText1"/>
                  <dgm:constr type="t" for="ch" forName="rootText1"/>
                  <dgm:constr type="w" for="ch" forName="rootText1" refType="w"/>
                  <dgm:constr type="h" for="ch" forName="rootText1" refType="h"/>
                  <dgm:constr type="l" for="ch" forName="rootConnector1"/>
                  <dgm:constr type="t" for="ch" forName="rootConnector1"/>
                  <dgm:constr type="w" for="ch" forName="rootConnector1" refType="w" refFor="ch" refForName="rootText1" fact="0.2"/>
                  <dgm:constr type="h" for="ch" forName="rootConnector1" refType="h" refFor="ch" refForName="rootText1"/>
                </dgm:constrLst>
              </dgm:if>
              <dgm:if name="Name18" func="var" arg="hierBranch" op="equ" val="l">
                <dgm:constrLst>
                  <dgm:constr type="l" for="ch" forName="rootText1"/>
                  <dgm:constr type="t" for="ch" forName="rootText1"/>
                  <dgm:constr type="w" for="ch" forName="rootText1" refType="w"/>
                  <dgm:constr type="h" for="ch" forName="rootText1" refType="h"/>
                  <dgm:constr type="r" for="ch" forName="rootConnector1" refType="w"/>
                  <dgm:constr type="t" for="ch" forName="rootConnector1"/>
                  <dgm:constr type="w" for="ch" forName="rootConnector1" refType="w" refFor="ch" refForName="rootText1" fact="0.2"/>
                  <dgm:constr type="h" for="ch" forName="rootConnector1" refType="h" refFor="ch" refForName="rootText1"/>
                </dgm:constrLst>
              </dgm:if>
              <dgm:if name="Name19" func="var" arg="hierBranch" op="equ" val="r">
                <dgm:constrLst>
                  <dgm:constr type="l" for="ch" forName="rootText1"/>
                  <dgm:constr type="t" for="ch" forName="rootText1"/>
                  <dgm:constr type="w" for="ch" forName="rootText1" refType="w"/>
                  <dgm:constr type="h" for="ch" forName="rootText1" refType="h"/>
                  <dgm:constr type="l" for="ch" forName="rootConnector1"/>
                  <dgm:constr type="t" for="ch" forName="rootConnector1"/>
                  <dgm:constr type="w" for="ch" forName="rootConnector1" refType="w" refFor="ch" refForName="rootText1" fact="0.2"/>
                  <dgm:constr type="h" for="ch" forName="rootConnector1" refType="h" refFor="ch" refForName="rootText1"/>
                </dgm:constrLst>
              </dgm:if>
              <dgm:else name="Name20">
                <dgm:constrLst>
                  <dgm:constr type="l" for="ch" forName="rootText1"/>
                  <dgm:constr type="t" for="ch" forName="rootText1"/>
                  <dgm:constr type="w" for="ch" forName="rootText1" refType="w"/>
                  <dgm:constr type="h" for="ch" forName="rootText1" refType="h"/>
                  <dgm:constr type="r" for="ch" forName="rootConnector1" refType="w"/>
                  <dgm:constr type="t" for="ch" forName="rootConnector1"/>
                  <dgm:constr type="w" for="ch" forName="rootConnector1" refType="w" refFor="ch" refForName="rootText1" fact="0.2"/>
                  <dgm:constr type="h" for="ch" forName="rootConnector1" refType="h" refFor="ch" refForName="rootText1"/>
                </dgm:constrLst>
              </dgm:else>
            </dgm:choose>
            <dgm:ruleLst/>
            <dgm:layoutNode name="rootText1" styleLbl="node0">
              <dgm:varLst>
                <dgm:chPref val="3"/>
              </dgm:varLst>
              <dgm:alg type="tx"/>
              <dgm:shape xmlns:r="http://schemas.openxmlformats.org/officeDocument/2006/relationships" type="rect" r:blip="">
                <dgm:adjLst/>
              </dgm:shape>
              <dgm:presOf axis="self" ptType="node" cnt="1"/>
              <dgm:constrLst>
                <dgm:constr type="primFontSz" val="65"/>
                <dgm:constr type="lMarg" refType="primFontSz" fact="0.05"/>
                <dgm:constr type="rMarg" refType="primFontSz" fact="0.05"/>
                <dgm:constr type="tMarg" refType="primFontSz" fact="0.05"/>
                <dgm:constr type="bMarg" refType="primFontSz" fact="0.05"/>
              </dgm:constrLst>
              <dgm:ruleLst>
                <dgm:rule type="primFontSz" val="5" fact="NaN" max="NaN"/>
              </dgm:ruleLst>
            </dgm:layoutNode>
            <dgm:layoutNode name="rootConnector1" moveWith="rootText1">
              <dgm:alg type="sp"/>
              <dgm:shape xmlns:r="http://schemas.openxmlformats.org/officeDocument/2006/relationships" type="rect" r:blip="" hideGeom="1">
                <dgm:adjLst/>
              </dgm:shape>
              <dgm:presOf axis="self" ptType="node" cnt="1"/>
              <dgm:constrLst/>
              <dgm:ruleLst/>
            </dgm:layoutNode>
          </dgm:layoutNode>
          <dgm:layoutNode name="hierChild2">
            <dgm:choose name="Name21">
              <dgm:if name="Name22" func="var" arg="hierBranch" op="equ" val="l">
                <dgm:alg type="hierChild">
                  <dgm:param type="chAlign" val="r"/>
                  <dgm:param type="linDir" val="fromT"/>
                </dgm:alg>
              </dgm:if>
              <dgm:if name="Name23" func="var" arg="hierBranch" op="equ" val="r">
                <dgm:alg type="hierChild">
                  <dgm:param type="chAlign" val="l"/>
                  <dgm:param type="linDir" val="fromT"/>
                </dgm:alg>
              </dgm:if>
              <dgm:if name="Name24" func="var" arg="hierBranch" op="equ" val="hang">
                <dgm:choose name="Name25">
                  <dgm:if name="Name26" func="var" arg="dir" op="equ" val="norm">
                    <dgm:alg type="hierChild">
                      <dgm:param type="chAlign" val="l"/>
                      <dgm:param type="linDir" val="fromL"/>
                      <dgm:param type="secChAlign" val="t"/>
                      <dgm:param type="secLinDir" val="fromT"/>
                    </dgm:alg>
                  </dgm:if>
                  <dgm:else name="Name27">
                    <dgm:alg type="hierChild">
                      <dgm:param type="chAlign" val="l"/>
                      <dgm:param type="linDir" val="fromR"/>
                      <dgm:param type="secChAlign" val="t"/>
                      <dgm:param type="secLinDir" val="fromT"/>
                    </dgm:alg>
                  </dgm:else>
                </dgm:choose>
              </dgm:if>
              <dgm:else name="Name28">
                <dgm:choose name="Name29">
                  <dgm:if name="Name30" func="var" arg="dir" op="equ" val="norm">
                    <dgm:alg type="hierChild"/>
                  </dgm:if>
                  <dgm:else name="Name31">
                    <dgm:alg type="hierChild">
                      <dgm:param type="linDir" val="fromR"/>
                    </dgm:alg>
                  </dgm:else>
                </dgm:choose>
              </dgm:else>
            </dgm:choose>
            <dgm:shape xmlns:r="http://schemas.openxmlformats.org/officeDocument/2006/relationships" r:blip="">
              <dgm:adjLst/>
            </dgm:shape>
            <dgm:presOf/>
            <dgm:constrLst/>
            <dgm:ruleLst/>
            <dgm:forEach name="rep2a" axis="ch" ptType="nonAsst">
              <dgm:forEach name="Name32" axis="precedSib" ptType="parTrans" st="-1" cnt="1">
                <dgm:choose name="Name33">
                  <dgm:if name="Name34" func="var" arg="hierBranch" op="equ" val="std">
                    <dgm:layoutNode name="Name35">
                      <dgm:alg type="conn">
                        <dgm:param type="connRout" val="bend"/>
                        <dgm:param type="dim" val="1D"/>
                        <dgm:param type="endSty" val="noArr"/>
                        <dgm:param type="begPts" val="bCtr"/>
                        <dgm:param type="endPts" val="tCtr"/>
                        <dgm:param type="bendPt" val="end"/>
                      </dgm:alg>
                      <dgm:shape xmlns:r="http://schemas.openxmlformats.org/officeDocument/2006/relationships" type="conn" r:blip="" zOrderOff="-99999">
                        <dgm:adjLst/>
                      </dgm:shape>
                      <dgm:presOf axis="self"/>
                      <dgm:constrLst>
                        <dgm:constr type="begPad"/>
                        <dgm:constr type="endPad"/>
                      </dgm:constrLst>
                      <dgm:ruleLst/>
                    </dgm:layoutNode>
                  </dgm:if>
                  <dgm:if name="Name36" func="var" arg="hierBranch" op="equ" val="init">
                    <dgm:layoutNode name="Name37">
                      <dgm:choose name="Name38">
                        <dgm:if name="Name39" axis="self" func="depth" op="lte" val="2">
                          <dgm:alg type="conn">
                            <dgm:param type="connRout" val="bend"/>
                            <dgm:param type="dim" val="1D"/>
                            <dgm:param type="endSty" val="noArr"/>
                            <dgm:param type="begPts" val="bCtr"/>
                            <dgm:param type="endPts" val="tCtr"/>
                            <dgm:param type="bendPt" val="end"/>
                          </dgm:alg>
                        </dgm:if>
                        <dgm:else name="Name40">
                          <dgm:choose name="Name41">
                            <dgm:if name="Name42" axis="par des" func="maxDepth" op="lte" val="1">
                              <dgm:choose name="Name43">
                                <dgm:if name="Name44" axis="par ch" ptType="node asst" func="cnt" op="gte" val="1">
                                  <dgm:alg type="conn">
                                    <dgm:param type="connRout" val="bend"/>
                                    <dgm:param type="dim" val="1D"/>
                                    <dgm:param type="endSty" val="noArr"/>
                                    <dgm:param type="begPts" val="bCtr"/>
                                    <dgm:param type="endPts" val="midL midR"/>
                                  </dgm:alg>
                                </dgm:if>
                                <dgm:else name="Name45">
                                  <dgm:alg type="conn">
                                    <dgm:param type="connRout" val="bend"/>
                                    <dgm:param type="dim" val="1D"/>
                                    <dgm:param type="endSty" val="noArr"/>
                                    <dgm:param type="begPts" val="bCtr"/>
                                    <dgm:param type="endPts" val="midL midR"/>
                                    <dgm:param type="srcNode" val="rootConnector"/>
                                  </dgm:alg>
                                </dgm:else>
                              </dgm:choose>
                            </dgm:if>
                            <dgm:else name="Name46">
                              <dgm:alg type="conn">
                                <dgm:param type="connRout" val="bend"/>
                                <dgm:param type="dim" val="1D"/>
                                <dgm:param type="endSty" val="noArr"/>
                                <dgm:param type="begPts" val="bCtr"/>
                                <dgm:param type="endPts" val="tCtr"/>
                                <dgm:param type="bendPt" val="end"/>
                              </dgm:alg>
                            </dgm:else>
                          </dgm:choose>
                        </dgm:else>
                      </dgm:choose>
                      <dgm:shape xmlns:r="http://schemas.openxmlformats.org/officeDocument/2006/relationships" type="conn" r:blip="" zOrderOff="-99999">
                        <dgm:adjLst/>
                      </dgm:shape>
                      <dgm:presOf axis="self"/>
                      <dgm:constrLst>
                        <dgm:constr type="begPad"/>
                        <dgm:constr type="endPad"/>
                      </dgm:constrLst>
                      <dgm:ruleLst/>
                    </dgm:layoutNode>
                  </dgm:if>
                  <dgm:if name="Name47" func="var" arg="hierBranch" op="equ" val="hang">
                    <dgm:layoutNode name="Name48">
                      <dgm:alg type="conn">
                        <dgm:param type="connRout" val="bend"/>
                        <dgm:param type="dim" val="1D"/>
                        <dgm:param type="endSty" val="noArr"/>
                        <dgm:param type="begPts" val="bCtr"/>
                        <dgm:param type="endPts" val="midL midR"/>
                      </dgm:alg>
                      <dgm:shape xmlns:r="http://schemas.openxmlformats.org/officeDocument/2006/relationships" type="conn" r:blip="" zOrderOff="-99999">
                        <dgm:adjLst/>
                      </dgm:shape>
                      <dgm:presOf axis="self"/>
                      <dgm:constrLst>
                        <dgm:constr type="begPad"/>
                        <dgm:constr type="endPad"/>
                      </dgm:constrLst>
                      <dgm:ruleLst/>
                    </dgm:layoutNode>
                  </dgm:if>
                  <dgm:else name="Name49">
                    <dgm:layoutNode name="Name50">
                      <dgm:choose name="Name51">
                        <dgm:if name="Name52" axis="self" func="depth" op="lte" val="2">
                          <dgm:choose name="Name53">
                            <dgm:if name="Name54" axis="par ch" ptType="node asst" func="cnt" op="gte" val="1">
                              <dgm:alg type="conn">
                                <dgm:param type="connRout" val="bend"/>
                                <dgm:param type="dim" val="1D"/>
                                <dgm:param type="endSty" val="noArr"/>
                                <dgm:param type="begPts" val="bCtr"/>
                                <dgm:param type="endPts" val="midL midR"/>
                              </dgm:alg>
                            </dgm:if>
                            <dgm:else name="Name55">
                              <dgm:alg type="conn">
                                <dgm:param type="connRout" val="bend"/>
                                <dgm:param type="dim" val="1D"/>
                                <dgm:param type="endSty" val="noArr"/>
                                <dgm:param type="begPts" val="bCtr"/>
                                <dgm:param type="endPts" val="midL midR"/>
                                <dgm:param type="srcNode" val="rootConnector1"/>
                              </dgm:alg>
                            </dgm:else>
                          </dgm:choose>
                        </dgm:if>
                        <dgm:else name="Name56">
                          <dgm:choose name="Name57">
                            <dgm:if name="Name58" axis="par ch" ptType="node asst" func="cnt" op="gte" val="1">
                              <dgm:alg type="conn">
                                <dgm:param type="connRout" val="bend"/>
                                <dgm:param type="dim" val="1D"/>
                                <dgm:param type="endSty" val="noArr"/>
                                <dgm:param type="begPts" val="bCtr"/>
                                <dgm:param type="endPts" val="midL midR"/>
                              </dgm:alg>
                            </dgm:if>
                            <dgm:else name="Name59">
                              <dgm:alg type="conn">
                                <dgm:param type="connRout" val="bend"/>
                                <dgm:param type="dim" val="1D"/>
                                <dgm:param type="endSty" val="noArr"/>
                                <dgm:param type="begPts" val="bCtr"/>
                                <dgm:param type="endPts" val="midL midR"/>
                                <dgm:param type="srcNode" val="rootConnector"/>
                              </dgm:alg>
                            </dgm:else>
                          </dgm:choose>
                        </dgm:else>
                      </dgm:choose>
                      <dgm:shape xmlns:r="http://schemas.openxmlformats.org/officeDocument/2006/relationships" type="conn" r:blip="" zOrderOff="-99999">
                        <dgm:adjLst/>
                      </dgm:shape>
                      <dgm:presOf axis="self"/>
                      <dgm:constrLst>
                        <dgm:constr type="begPad"/>
                        <dgm:constr type="endPad"/>
                      </dgm:constrLst>
                      <dgm:ruleLst/>
                    </dgm:layoutNode>
                  </dgm:else>
                </dgm:choose>
              </dgm:forEach>
              <dgm:layoutNode name="hierRoot2">
                <dgm:varLst>
                  <dgm:hierBranch val="init"/>
                </dgm:varLst>
                <dgm:choose name="Name60">
                  <dgm:if name="Name61" func="var" arg="hierBranch" op="equ" val="l">
                    <dgm:choose name="Name62">
                      <dgm:if name="Name63" axis="ch" ptType="asst" func="cnt" op="gte" val="1">
                        <dgm:alg type="hierRoot">
                          <dgm:param type="hierAlign" val="tR"/>
                        </dgm:alg>
                        <dgm:shape xmlns:r="http://schemas.openxmlformats.org/officeDocument/2006/relationships" r:blip="">
                          <dgm:adjLst/>
                        </dgm:shape>
                        <dgm:presOf/>
                        <dgm:constrLst>
                          <dgm:constr type="alignOff" val="0.65"/>
                        </dgm:constrLst>
                      </dgm:if>
                      <dgm:else name="Name64">
                        <dgm:alg type="hierRoot">
                          <dgm:param type="hierAlign" val="tR"/>
                        </dgm:alg>
                        <dgm:shape xmlns:r="http://schemas.openxmlformats.org/officeDocument/2006/relationships" r:blip="">
                          <dgm:adjLst/>
                        </dgm:shape>
                        <dgm:presOf/>
                        <dgm:constrLst>
                          <dgm:constr type="alignOff" val="0.25"/>
                        </dgm:constrLst>
                      </dgm:else>
                    </dgm:choose>
                  </dgm:if>
                  <dgm:if name="Name65" func="var" arg="hierBranch" op="equ" val="r">
                    <dgm:choose name="Name66">
                      <dgm:if name="Name67" axis="ch" ptType="asst" func="cnt" op="gte" val="1">
                        <dgm:alg type="hierRoot">
                          <dgm:param type="hierAlign" val="tL"/>
                        </dgm:alg>
                        <dgm:shape xmlns:r="http://schemas.openxmlformats.org/officeDocument/2006/relationships" r:blip="">
                          <dgm:adjLst/>
                        </dgm:shape>
                        <dgm:presOf/>
                        <dgm:constrLst>
                          <dgm:constr type="alignOff" val="0.65"/>
                        </dgm:constrLst>
                      </dgm:if>
                      <dgm:else name="Name68">
                        <dgm:alg type="hierRoot">
                          <dgm:param type="hierAlign" val="tL"/>
                        </dgm:alg>
                        <dgm:shape xmlns:r="http://schemas.openxmlformats.org/officeDocument/2006/relationships" r:blip="">
                          <dgm:adjLst/>
                        </dgm:shape>
                        <dgm:presOf/>
                        <dgm:constrLst>
                          <dgm:constr type="alignOff" val="0.25"/>
                        </dgm:constrLst>
                      </dgm:else>
                    </dgm:choose>
                  </dgm:if>
                  <dgm:if name="Name69" func="var" arg="hierBranch" op="equ" val="std">
                    <dgm:alg type="hierRoot"/>
                    <dgm:shape xmlns:r="http://schemas.openxmlformats.org/officeDocument/2006/relationships" r:blip="">
                      <dgm:adjLst/>
                    </dgm:shape>
                    <dgm:presOf/>
                    <dgm:constrLst>
                      <dgm:constr type="alignOff"/>
                      <dgm:constr type="bendDist" for="des" ptType="parTrans" refType="sp" fact="0.5"/>
                    </dgm:constrLst>
                  </dgm:if>
                  <dgm:if name="Name70" func="var" arg="hierBranch" op="equ" val="init">
                    <dgm:choose name="Name71">
                      <dgm:if name="Name72" axis="des" func="maxDepth" op="lte" val="1">
                        <dgm:choose name="Name73">
                          <dgm:if name="Name74" axis="ch" ptType="asst" func="cnt" op="gte" val="1">
                            <dgm:alg type="hierRoot">
                              <dgm:param type="hierAlign" val="tL"/>
                            </dgm:alg>
                            <dgm:shape xmlns:r="http://schemas.openxmlformats.org/officeDocument/2006/relationships" r:blip="">
                              <dgm:adjLst/>
                            </dgm:shape>
                            <dgm:presOf/>
                            <dgm:constrLst>
                              <dgm:constr type="alignOff" val="0.65"/>
                            </dgm:constrLst>
                          </dgm:if>
                          <dgm:else name="Name75">
                            <dgm:alg type="hierRoot">
                              <dgm:param type="hierAlign" val="tL"/>
                            </dgm:alg>
                            <dgm:shape xmlns:r="http://schemas.openxmlformats.org/officeDocument/2006/relationships" r:blip="">
                              <dgm:adjLst/>
                            </dgm:shape>
                            <dgm:presOf/>
                            <dgm:constrLst>
                              <dgm:constr type="alignOff" val="0.25"/>
                            </dgm:constrLst>
                          </dgm:else>
                        </dgm:choose>
                      </dgm:if>
                      <dgm:else name="Name76">
                        <dgm:alg type="hierRoot"/>
                        <dgm:shape xmlns:r="http://schemas.openxmlformats.org/officeDocument/2006/relationships" r:blip="">
                          <dgm:adjLst/>
                        </dgm:shape>
                        <dgm:presOf/>
                        <dgm:constrLst>
                          <dgm:constr type="alignOff"/>
                          <dgm:constr type="bendDist" for="des" ptType="parTrans" refType="sp" fact="0.5"/>
                        </dgm:constrLst>
                      </dgm:else>
                    </dgm:choose>
                  </dgm:if>
                  <dgm:else name="Name77">
                    <dgm:alg type="hierRoot"/>
                    <dgm:shape xmlns:r="http://schemas.openxmlformats.org/officeDocument/2006/relationships" r:blip="">
                      <dgm:adjLst/>
                    </dgm:shape>
                    <dgm:presOf/>
                    <dgm:constrLst>
                      <dgm:constr type="alignOff" val="0.65"/>
                    </dgm:constrLst>
                  </dgm:else>
                </dgm:choose>
                <dgm:ruleLst/>
                <dgm:layoutNode name="rootComposite">
                  <dgm:alg type="composite"/>
                  <dgm:shape xmlns:r="http://schemas.openxmlformats.org/officeDocument/2006/relationships" r:blip="">
                    <dgm:adjLst/>
                  </dgm:shape>
                  <dgm:presOf axis="self" ptType="node" cnt="1"/>
                  <dgm:choose name="Name78">
                    <dgm:if name="Name79" func="var" arg="hierBranch" op="equ" val="init">
                      <dgm:constrLst>
                        <dgm:constr type="l" for="ch" forName="rootText"/>
                        <dgm:constr type="t" for="ch" forName="rootText"/>
                        <dgm:constr type="w" for="ch" forName="rootText" refType="w"/>
                        <dgm:constr type="h" for="ch" forName="rootText" refType="h"/>
                        <dgm:constr type="l" for="ch" forName="rootConnector"/>
                        <dgm:constr type="t" for="ch" forName="rootConnector"/>
                        <dgm:constr type="w" for="ch" forName="rootConnector" refType="w" refFor="ch" refForName="rootText" fact="0.2"/>
                        <dgm:constr type="h" for="ch" forName="rootConnector" refType="h" refFor="ch" refForName="rootText"/>
                      </dgm:constrLst>
                    </dgm:if>
                    <dgm:if name="Name80" func="var" arg="hierBranch" op="equ" val="l">
                      <dgm:constrLst>
                        <dgm:constr type="l" for="ch" forName="rootText"/>
                        <dgm:constr type="t" for="ch" forName="rootText"/>
                        <dgm:constr type="w" for="ch" forName="rootText" refType="w"/>
                        <dgm:constr type="h" for="ch" forName="rootText" refType="h"/>
                        <dgm:constr type="r" for="ch" forName="rootConnector" refType="w"/>
                        <dgm:constr type="t" for="ch" forName="rootConnector"/>
                        <dgm:constr type="w" for="ch" forName="rootConnector" refType="w" refFor="ch" refForName="rootText" fact="0.2"/>
                        <dgm:constr type="h" for="ch" forName="rootConnector" refType="h" refFor="ch" refForName="rootText"/>
                      </dgm:constrLst>
                    </dgm:if>
                    <dgm:if name="Name81" func="var" arg="hierBranch" op="equ" val="r">
                      <dgm:constrLst>
                        <dgm:constr type="l" for="ch" forName="rootText"/>
                        <dgm:constr type="t" for="ch" forName="rootText"/>
                        <dgm:constr type="w" for="ch" forName="rootText" refType="w"/>
                        <dgm:constr type="h" for="ch" forName="rootText" refType="h"/>
                        <dgm:constr type="l" for="ch" forName="rootConnector"/>
                        <dgm:constr type="t" for="ch" forName="rootConnector"/>
                        <dgm:constr type="w" for="ch" forName="rootConnector" refType="w" refFor="ch" refForName="rootText" fact="0.2"/>
                        <dgm:constr type="h" for="ch" forName="rootConnector" refType="h" refFor="ch" refForName="rootText"/>
                      </dgm:constrLst>
                    </dgm:if>
                    <dgm:else name="Name82">
                      <dgm:constrLst>
                        <dgm:constr type="l" for="ch" forName="rootText"/>
                        <dgm:constr type="t" for="ch" forName="rootText"/>
                        <dgm:constr type="w" for="ch" forName="rootText" refType="w"/>
                        <dgm:constr type="h" for="ch" forName="rootText" refType="h"/>
                        <dgm:constr type="r" for="ch" forName="rootConnector" refType="w"/>
                        <dgm:constr type="t" for="ch" forName="rootConnector"/>
                        <dgm:constr type="w" for="ch" forName="rootConnector" refType="w" refFor="ch" refForName="rootText" fact="0.2"/>
                        <dgm:constr type="h" for="ch" forName="rootConnector" refType="h" refFor="ch" refForName="rootText"/>
                      </dgm:constrLst>
                    </dgm:else>
                  </dgm:choose>
                  <dgm:ruleLst/>
                  <dgm:layoutNode name="rootText">
                    <dgm:varLst>
                      <dgm:chPref val="3"/>
                    </dgm:varLst>
                    <dgm:alg type="tx"/>
                    <dgm:shape xmlns:r="http://schemas.openxmlformats.org/officeDocument/2006/relationships" type="rect" r:blip="">
                      <dgm:adjLst/>
                    </dgm:shape>
                    <dgm:presOf axis="self" ptType="node" cnt="1"/>
                    <dgm:constrLst>
                      <dgm:constr type="primFontSz" val="65"/>
                      <dgm:constr type="lMarg" refType="primFontSz" fact="0.05"/>
                      <dgm:constr type="rMarg" refType="primFontSz" fact="0.05"/>
                      <dgm:constr type="tMarg" refType="primFontSz" fact="0.05"/>
                      <dgm:constr type="bMarg" refType="primFontSz" fact="0.05"/>
                    </dgm:constrLst>
                    <dgm:ruleLst>
                      <dgm:rule type="primFontSz" val="5" fact="NaN" max="NaN"/>
                    </dgm:ruleLst>
                  </dgm:layoutNode>
                  <dgm:layoutNode name="rootConnector" moveWith="rootText">
                    <dgm:alg type="sp"/>
                    <dgm:shape xmlns:r="http://schemas.openxmlformats.org/officeDocument/2006/relationships" type="rect" r:blip="" hideGeom="1">
                      <dgm:adjLst/>
                    </dgm:shape>
                    <dgm:presOf axis="self" ptType="node" cnt="1"/>
                    <dgm:constrLst/>
                    <dgm:ruleLst/>
                  </dgm:layoutNode>
                </dgm:layoutNode>
                <dgm:layoutNode name="hierChild4">
                  <dgm:choose name="Name83">
                    <dgm:if name="Name84" func="var" arg="hierBranch" op="equ" val="l">
                      <dgm:alg type="hierChild">
                        <dgm:param type="chAlign" val="r"/>
                        <dgm:param type="linDir" val="fromT"/>
                      </dgm:alg>
                    </dgm:if>
                    <dgm:if name="Name85" func="var" arg="hierBranch" op="equ" val="r">
                      <dgm:alg type="hierChild">
                        <dgm:param type="chAlign" val="l"/>
                        <dgm:param type="linDir" val="fromT"/>
                      </dgm:alg>
                    </dgm:if>
                    <dgm:if name="Name86" func="var" arg="hierBranch" op="equ" val="hang">
                      <dgm:choose name="Name87">
                        <dgm:if name="Name88" func="var" arg="dir" op="equ" val="norm">
                          <dgm:alg type="hierChild">
                            <dgm:param type="chAlign" val="l"/>
                            <dgm:param type="linDir" val="fromL"/>
                            <dgm:param type="secChAlign" val="t"/>
                            <dgm:param type="secLinDir" val="fromT"/>
                          </dgm:alg>
                        </dgm:if>
                        <dgm:else name="Name89">
                          <dgm:alg type="hierChild">
                            <dgm:param type="chAlign" val="l"/>
                            <dgm:param type="linDir" val="fromR"/>
                            <dgm:param type="secChAlign" val="t"/>
                            <dgm:param type="secLinDir" val="fromT"/>
                          </dgm:alg>
                        </dgm:else>
                      </dgm:choose>
                    </dgm:if>
                    <dgm:if name="Name90" func="var" arg="hierBranch" op="equ" val="std">
                      <dgm:choose name="Name91">
                        <dgm:if name="Name92" func="var" arg="dir" op="equ" val="norm">
                          <dgm:alg type="hierChild"/>
                        </dgm:if>
                        <dgm:else name="Name93">
                          <dgm:alg type="hierChild">
                            <dgm:param type="linDir" val="fromR"/>
                          </dgm:alg>
                        </dgm:else>
                      </dgm:choose>
                    </dgm:if>
                    <dgm:if name="Name94" func="var" arg="hierBranch" op="equ" val="init">
                      <dgm:choose name="Name95">
                        <dgm:if name="Name96" axis="des" func="maxDepth" op="lte" val="1">
                          <dgm:alg type="hierChild">
                            <dgm:param type="chAlign" val="l"/>
                            <dgm:param type="linDir" val="fromT"/>
                          </dgm:alg>
                        </dgm:if>
                        <dgm:else name="Name97">
                          <dgm:choose name="Name98">
                            <dgm:if name="Name99" func="var" arg="dir" op="equ" val="norm">
                              <dgm:alg type="hierChild"/>
                            </dgm:if>
                            <dgm:else name="Name100">
                              <dgm:alg type="hierChild">
                                <dgm:param type="linDir" val="fromR"/>
                              </dgm:alg>
                            </dgm:else>
                          </dgm:choose>
                        </dgm:else>
                      </dgm:choose>
                    </dgm:if>
                    <dgm:else name="Name101"/>
                  </dgm:choose>
                  <dgm:shape xmlns:r="http://schemas.openxmlformats.org/officeDocument/2006/relationships" r:blip="">
                    <dgm:adjLst/>
                  </dgm:shape>
                  <dgm:presOf/>
                  <dgm:constrLst/>
                  <dgm:ruleLst/>
                  <dgm:forEach name="Name102" ref="rep2a"/>
                </dgm:layoutNode>
                <dgm:layoutNode name="hierChild5">
                  <dgm:choose name="Name103">
                    <dgm:if name="Name104" func="var" arg="dir" op="equ" val="norm">
                      <dgm:alg type="hierChild">
                        <dgm:param type="chAlign" val="l"/>
                        <dgm:param type="linDir" val="fromL"/>
                        <dgm:param type="secChAlign" val="t"/>
                        <dgm:param type="secLinDir" val="fromT"/>
                      </dgm:alg>
                    </dgm:if>
                    <dgm:else name="Name105">
                      <dgm:alg type="hierChild">
                        <dgm:param type="chAlign" val="l"/>
                        <dgm:param type="linDir" val="fromR"/>
                        <dgm:param type="secChAlign" val="t"/>
                        <dgm:param type="secLinDir" val="fromT"/>
                      </dgm:alg>
                    </dgm:else>
                  </dgm:choose>
                  <dgm:shape xmlns:r="http://schemas.openxmlformats.org/officeDocument/2006/relationships" r:blip="">
                    <dgm:adjLst/>
                  </dgm:shape>
                  <dgm:presOf/>
                  <dgm:constrLst/>
                  <dgm:ruleLst/>
                  <dgm:forEach name="Name106" ref="rep2b"/>
                </dgm:layoutNode>
              </dgm:layoutNode>
            </dgm:forEach>
          </dgm:layoutNode>
          <dgm:layoutNode name="hierChild3">
            <dgm:choose name="Name107">
              <dgm:if name="Name108" func="var" arg="dir" op="equ" val="norm">
                <dgm:alg type="hierChild">
                  <dgm:param type="chAlign" val="l"/>
                  <dgm:param type="linDir" val="fromL"/>
                  <dgm:param type="secChAlign" val="t"/>
                  <dgm:param type="secLinDir" val="fromT"/>
                </dgm:alg>
              </dgm:if>
              <dgm:else name="Name109">
                <dgm:alg type="hierChild">
                  <dgm:param type="chAlign" val="l"/>
                  <dgm:param type="linDir" val="fromR"/>
                  <dgm:param type="secChAlign" val="t"/>
                  <dgm:param type="secLinDir" val="fromT"/>
                </dgm:alg>
              </dgm:else>
            </dgm:choose>
            <dgm:shape xmlns:r="http://schemas.openxmlformats.org/officeDocument/2006/relationships" r:blip="">
              <dgm:adjLst/>
            </dgm:shape>
            <dgm:presOf/>
            <dgm:constrLst/>
            <dgm:ruleLst/>
            <dgm:forEach name="rep2b" axis="ch" ptType="asst">
              <dgm:forEach name="Name110" axis="precedSib" ptType="parTrans" st="-1" cnt="1">
                <dgm:layoutNode name="Name111">
                  <dgm:alg type="conn">
                    <dgm:param type="connRout" val="bend"/>
                    <dgm:param type="dim" val="1D"/>
                    <dgm:param type="endSty" val="noArr"/>
                    <dgm:param type="begPts" val="bCtr"/>
                    <dgm:param type="endPts" val="midL midR"/>
                  </dgm:alg>
                  <dgm:shape xmlns:r="http://schemas.openxmlformats.org/officeDocument/2006/relationships" type="conn" r:blip="" zOrderOff="-99999">
                    <dgm:adjLst/>
                  </dgm:shape>
                  <dgm:presOf axis="self"/>
                  <dgm:constrLst>
                    <dgm:constr type="begPad"/>
                    <dgm:constr type="endPad"/>
                  </dgm:constrLst>
                  <dgm:ruleLst/>
                </dgm:layoutNode>
              </dgm:forEach>
              <dgm:layoutNode name="hierRoot3">
                <dgm:varLst>
                  <dgm:hierBranch val="init"/>
                </dgm:varLst>
                <dgm:choose name="Name112">
                  <dgm:if name="Name113" func="var" arg="hierBranch" op="equ" val="l">
                    <dgm:alg type="hierRoot">
                      <dgm:param type="hierAlign" val="tR"/>
                    </dgm:alg>
                    <dgm:shape xmlns:r="http://schemas.openxmlformats.org/officeDocument/2006/relationships" r:blip="">
                      <dgm:adjLst/>
                    </dgm:shape>
                    <dgm:presOf/>
                    <dgm:constrLst>
                      <dgm:constr type="alignOff" val="0.65"/>
                    </dgm:constrLst>
                  </dgm:if>
                  <dgm:if name="Name114" func="var" arg="hierBranch" op="equ" val="r">
                    <dgm:alg type="hierRoot">
                      <dgm:param type="hierAlign" val="tL"/>
                    </dgm:alg>
                    <dgm:shape xmlns:r="http://schemas.openxmlformats.org/officeDocument/2006/relationships" r:blip="">
                      <dgm:adjLst/>
                    </dgm:shape>
                    <dgm:presOf/>
                    <dgm:constrLst>
                      <dgm:constr type="alignOff" val="0.65"/>
                    </dgm:constrLst>
                  </dgm:if>
                  <dgm:if name="Name115" func="var" arg="hierBranch" op="equ" val="hang">
                    <dgm:alg type="hierRoot"/>
                    <dgm:shape xmlns:r="http://schemas.openxmlformats.org/officeDocument/2006/relationships" r:blip="">
                      <dgm:adjLst/>
                    </dgm:shape>
                    <dgm:presOf/>
                    <dgm:constrLst>
                      <dgm:constr type="alignOff" val="0.65"/>
                    </dgm:constrLst>
                  </dgm:if>
                  <dgm:if name="Name116" func="var" arg="hierBranch" op="equ" val="std">
                    <dgm:alg type="hierRoot"/>
                    <dgm:shape xmlns:r="http://schemas.openxmlformats.org/officeDocument/2006/relationships" r:blip="">
                      <dgm:adjLst/>
                    </dgm:shape>
                    <dgm:presOf/>
                    <dgm:constrLst>
                      <dgm:constr type="alignOff"/>
                      <dgm:constr type="bendDist" for="des" ptType="parTrans" refType="sp" fact="0.5"/>
                    </dgm:constrLst>
                  </dgm:if>
                  <dgm:if name="Name117" func="var" arg="hierBranch" op="equ" val="init">
                    <dgm:choose name="Name118">
                      <dgm:if name="Name119" axis="des" func="maxDepth" op="lte" val="1">
                        <dgm:alg type="hierRoot">
                          <dgm:param type="hierAlign" val="tL"/>
                        </dgm:alg>
                        <dgm:shape xmlns:r="http://schemas.openxmlformats.org/officeDocument/2006/relationships" r:blip="">
                          <dgm:adjLst/>
                        </dgm:shape>
                        <dgm:presOf/>
                        <dgm:constrLst>
                          <dgm:constr type="alignOff" val="0.65"/>
                        </dgm:constrLst>
                      </dgm:if>
                      <dgm:else name="Name120">
                        <dgm:alg type="hierRoot"/>
                        <dgm:shape xmlns:r="http://schemas.openxmlformats.org/officeDocument/2006/relationships" r:blip="">
                          <dgm:adjLst/>
                        </dgm:shape>
                        <dgm:presOf/>
                        <dgm:constrLst>
                          <dgm:constr type="alignOff"/>
                          <dgm:constr type="bendDist" for="des" ptType="parTrans" refType="sp" fact="0.5"/>
                        </dgm:constrLst>
                      </dgm:else>
                    </dgm:choose>
                  </dgm:if>
                  <dgm:else name="Name121"/>
                </dgm:choose>
                <dgm:ruleLst/>
                <dgm:layoutNode name="rootComposite3">
                  <dgm:alg type="composite"/>
                  <dgm:shape xmlns:r="http://schemas.openxmlformats.org/officeDocument/2006/relationships" r:blip="">
                    <dgm:adjLst/>
                  </dgm:shape>
                  <dgm:presOf axis="self" ptType="node" cnt="1"/>
                  <dgm:choose name="Name122">
                    <dgm:if name="Name123" func="var" arg="hierBranch" op="equ" val="init">
                      <dgm:constrLst>
                        <dgm:constr type="l" for="ch" forName="rootText3"/>
                        <dgm:constr type="t" for="ch" forName="rootText3"/>
                        <dgm:constr type="w" for="ch" forName="rootText3" refType="w"/>
                        <dgm:constr type="h" for="ch" forName="rootText3" refType="h"/>
                        <dgm:constr type="l" for="ch" forName="rootConnector3"/>
                        <dgm:constr type="t" for="ch" forName="rootConnector3"/>
                        <dgm:constr type="w" for="ch" forName="rootConnector3" refType="w" refFor="ch" refForName="rootText3" fact="0.2"/>
                        <dgm:constr type="h" for="ch" forName="rootConnector3" refType="h" refFor="ch" refForName="rootText3"/>
                      </dgm:constrLst>
                    </dgm:if>
                    <dgm:if name="Name124" func="var" arg="hierBranch" op="equ" val="l">
                      <dgm:constrLst>
                        <dgm:constr type="l" for="ch" forName="rootText3"/>
                        <dgm:constr type="t" for="ch" forName="rootText3"/>
                        <dgm:constr type="w" for="ch" forName="rootText3" refType="w"/>
                        <dgm:constr type="h" for="ch" forName="rootText3" refType="h"/>
                        <dgm:constr type="r" for="ch" forName="rootConnector3" refType="w"/>
                        <dgm:constr type="t" for="ch" forName="rootConnector3"/>
                        <dgm:constr type="w" for="ch" forName="rootConnector3" refType="w" refFor="ch" refForName="rootText3" fact="0.2"/>
                        <dgm:constr type="h" for="ch" forName="rootConnector3" refType="h" refFor="ch" refForName="rootText3"/>
                      </dgm:constrLst>
                    </dgm:if>
                    <dgm:if name="Name125" func="var" arg="hierBranch" op="equ" val="r">
                      <dgm:constrLst>
                        <dgm:constr type="l" for="ch" forName="rootText3"/>
                        <dgm:constr type="t" for="ch" forName="rootText3"/>
                        <dgm:constr type="w" for="ch" forName="rootText3" refType="w"/>
                        <dgm:constr type="h" for="ch" forName="rootText3" refType="h"/>
                        <dgm:constr type="l" for="ch" forName="rootConnector3"/>
                        <dgm:constr type="t" for="ch" forName="rootConnector3"/>
                        <dgm:constr type="w" for="ch" forName="rootConnector3" refType="w" refFor="ch" refForName="rootText3" fact="0.2"/>
                        <dgm:constr type="h" for="ch" forName="rootConnector3" refType="h" refFor="ch" refForName="rootText3"/>
                      </dgm:constrLst>
                    </dgm:if>
                    <dgm:else name="Name126">
                      <dgm:constrLst>
                        <dgm:constr type="l" for="ch" forName="rootText3"/>
                        <dgm:constr type="t" for="ch" forName="rootText3"/>
                        <dgm:constr type="w" for="ch" forName="rootText3" refType="w"/>
                        <dgm:constr type="h" for="ch" forName="rootText3" refType="h"/>
                        <dgm:constr type="r" for="ch" forName="rootConnector3" refType="w"/>
                        <dgm:constr type="t" for="ch" forName="rootConnector3"/>
                        <dgm:constr type="w" for="ch" forName="rootConnector3" refType="w" refFor="ch" refForName="rootText3" fact="0.2"/>
                        <dgm:constr type="h" for="ch" forName="rootConnector3" refType="h" refFor="ch" refForName="rootText3"/>
                      </dgm:constrLst>
                    </dgm:else>
                  </dgm:choose>
                  <dgm:ruleLst/>
                  <dgm:layoutNode name="rootText3">
                    <dgm:varLst>
                      <dgm:chPref val="3"/>
                    </dgm:varLst>
                    <dgm:alg type="tx"/>
                    <dgm:shape xmlns:r="http://schemas.openxmlformats.org/officeDocument/2006/relationships" type="rect" r:blip="">
                      <dgm:adjLst/>
                    </dgm:shape>
                    <dgm:presOf axis="self" ptType="node" cnt="1"/>
                    <dgm:constrLst>
                      <dgm:constr type="primFontSz" val="65"/>
                      <dgm:constr type="lMarg" refType="primFontSz" fact="0.05"/>
                      <dgm:constr type="rMarg" refType="primFontSz" fact="0.05"/>
                      <dgm:constr type="tMarg" refType="primFontSz" fact="0.05"/>
                      <dgm:constr type="bMarg" refType="primFontSz" fact="0.05"/>
                    </dgm:constrLst>
                    <dgm:ruleLst>
                      <dgm:rule type="primFontSz" val="5" fact="NaN" max="NaN"/>
                    </dgm:ruleLst>
                  </dgm:layoutNode>
                  <dgm:layoutNode name="rootConnector3" moveWith="rootText1">
                    <dgm:alg type="sp"/>
                    <dgm:shape xmlns:r="http://schemas.openxmlformats.org/officeDocument/2006/relationships" type="rect" r:blip="" hideGeom="1">
                      <dgm:adjLst/>
                    </dgm:shape>
                    <dgm:presOf axis="self" ptType="node" cnt="1"/>
                    <dgm:constrLst/>
                    <dgm:ruleLst/>
                  </dgm:layoutNode>
                </dgm:layoutNode>
                <dgm:layoutNode name="hierChild6">
                  <dgm:choose name="Name127">
                    <dgm:if name="Name128" func="var" arg="hierBranch" op="equ" val="l">
                      <dgm:alg type="hierChild">
                        <dgm:param type="chAlign" val="r"/>
                        <dgm:param type="linDir" val="fromT"/>
                      </dgm:alg>
                    </dgm:if>
                    <dgm:if name="Name129" func="var" arg="hierBranch" op="equ" val="r">
                      <dgm:alg type="hierChild">
                        <dgm:param type="chAlign" val="l"/>
                        <dgm:param type="linDir" val="fromT"/>
                      </dgm:alg>
                    </dgm:if>
                    <dgm:if name="Name130" func="var" arg="hierBranch" op="equ" val="hang">
                      <dgm:choose name="Name131">
                        <dgm:if name="Name132" func="var" arg="dir" op="equ" val="norm">
                          <dgm:alg type="hierChild">
                            <dgm:param type="chAlign" val="l"/>
                            <dgm:param type="linDir" val="fromL"/>
                            <dgm:param type="secChAlign" val="t"/>
                            <dgm:param type="secLinDir" val="fromT"/>
                          </dgm:alg>
                        </dgm:if>
                        <dgm:else name="Name133">
                          <dgm:alg type="hierChild">
                            <dgm:param type="chAlign" val="l"/>
                            <dgm:param type="linDir" val="fromR"/>
                            <dgm:param type="secChAlign" val="t"/>
                            <dgm:param type="secLinDir" val="fromT"/>
                          </dgm:alg>
                        </dgm:else>
                      </dgm:choose>
                    </dgm:if>
                    <dgm:if name="Name134" func="var" arg="hierBranch" op="equ" val="std">
                      <dgm:choose name="Name135">
                        <dgm:if name="Name136" func="var" arg="dir" op="equ" val="norm">
                          <dgm:alg type="hierChild"/>
                        </dgm:if>
                        <dgm:else name="Name137">
                          <dgm:alg type="hierChild">
                            <dgm:param type="linDir" val="fromR"/>
                          </dgm:alg>
                        </dgm:else>
                      </dgm:choose>
                    </dgm:if>
                    <dgm:if name="Name138" func="var" arg="hierBranch" op="equ" val="init">
                      <dgm:choose name="Name139">
                        <dgm:if name="Name140" axis="des" func="maxDepth" op="lte" val="1">
                          <dgm:alg type="hierChild">
                            <dgm:param type="chAlign" val="l"/>
                            <dgm:param type="linDir" val="fromT"/>
                          </dgm:alg>
                        </dgm:if>
                        <dgm:else name="Name141">
                          <dgm:alg type="hierChild"/>
                        </dgm:else>
                      </dgm:choose>
                    </dgm:if>
                    <dgm:else name="Name142"/>
                  </dgm:choose>
                  <dgm:shape xmlns:r="http://schemas.openxmlformats.org/officeDocument/2006/relationships" r:blip="">
                    <dgm:adjLst/>
                  </dgm:shape>
                  <dgm:presOf/>
                  <dgm:constrLst/>
                  <dgm:ruleLst/>
                  <dgm:forEach name="Name143" ref="rep2a"/>
                </dgm:layoutNode>
                <dgm:layoutNode name="hierChild7">
                  <dgm:choose name="Name144">
                    <dgm:if name="Name145" func="var" arg="dir" op="equ" val="norm">
                      <dgm:alg type="hierChild">
                        <dgm:param type="chAlign" val="l"/>
                        <dgm:param type="linDir" val="fromL"/>
                        <dgm:param type="secChAlign" val="t"/>
                        <dgm:param type="secLinDir" val="fromT"/>
                      </dgm:alg>
                    </dgm:if>
                    <dgm:else name="Name146">
                      <dgm:alg type="hierChild">
                        <dgm:param type="chAlign" val="l"/>
                        <dgm:param type="linDir" val="fromR"/>
                        <dgm:param type="secChAlign" val="t"/>
                        <dgm:param type="secLinDir" val="fromT"/>
                      </dgm:alg>
                    </dgm:else>
                  </dgm:choose>
                  <dgm:shape xmlns:r="http://schemas.openxmlformats.org/officeDocument/2006/relationships" r:blip="">
                    <dgm:adjLst/>
                  </dgm:shape>
                  <dgm:presOf/>
                  <dgm:constrLst/>
                  <dgm:ruleLst/>
                  <dgm:forEach name="Name147" ref="rep2b"/>
                </dgm:layoutNode>
              </dgm:layoutNode>
            </dgm:forEach>
          </dgm:layoutNode>
        </dgm:layoutNode>
      </dgm:forEach>
    </dgm:forEach>
  </dgm:layoutNode>
</dgm:layoutDef>
</file>

<file path=ppt/diagrams/quickStyle1.xml><?xml version="1.0" encoding="utf-8"?>
<dgm:styleDef xmlns:dgm="http://schemas.openxmlformats.org/drawingml/2006/diagram" xmlns:a="http://schemas.openxmlformats.org/drawingml/2006/main" uniqueId="urn:microsoft.com/office/officeart/2005/8/quickstyle/simple3">
  <dgm:title val=""/>
  <dgm:desc val=""/>
  <dgm:catLst>
    <dgm:cat type="simple" pri="10300"/>
  </dgm:catLst>
  <dgm:scene3d>
    <a:camera prst="orthographicFront"/>
    <a:lightRig rig="threePt" dir="t"/>
  </dgm:scene3d>
  <dgm:styleLbl name="node0">
    <dgm:scene3d>
      <a:camera prst="orthographicFront"/>
      <a:lightRig rig="flat" dir="t"/>
    </dgm:scene3d>
    <dgm:sp3d prstMaterial="dkEdge">
      <a:bevelT w="8200" h="38100"/>
    </dgm:sp3d>
    <dgm:txPr/>
    <dgm:style>
      <a:lnRef idx="0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lnNode1">
    <dgm:scene3d>
      <a:camera prst="orthographicFront"/>
      <a:lightRig rig="flat" dir="t"/>
    </dgm:scene3d>
    <dgm:sp3d prstMaterial="dkEdge">
      <a:bevelT w="8200" h="38100"/>
    </dgm:sp3d>
    <dgm:txPr/>
    <dgm:style>
      <a:lnRef idx="1">
        <a:scrgbClr r="0" g="0" b="0"/>
      </a:lnRef>
      <a:fillRef idx="2">
        <a:scrgbClr r="0" g="0" b="0"/>
      </a:fillRef>
      <a:effectRef idx="0">
        <a:scrgbClr r="0" g="0" b="0"/>
      </a:effectRef>
      <a:fontRef idx="minor">
        <a:schemeClr val="dk1"/>
      </a:fontRef>
    </dgm:style>
  </dgm:styleLbl>
  <dgm:styleLbl name="vennNode1">
    <dgm:scene3d>
      <a:camera prst="orthographicFront"/>
      <a:lightRig rig="flat" dir="t"/>
    </dgm:scene3d>
    <dgm:sp3d prstMaterial="dkEdge">
      <a:bevelT w="8200" h="38100"/>
    </dgm:sp3d>
    <dgm:txPr/>
    <dgm:style>
      <a:lnRef idx="0">
        <a:scrgbClr r="0" g="0" b="0"/>
      </a:lnRef>
      <a:fillRef idx="2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node1">
    <dgm:scene3d>
      <a:camera prst="orthographicFront"/>
      <a:lightRig rig="flat" dir="t"/>
    </dgm:scene3d>
    <dgm:sp3d prstMaterial="dkEdge">
      <a:bevelT w="8200" h="38100"/>
    </dgm:sp3d>
    <dgm:txPr/>
    <dgm:style>
      <a:lnRef idx="0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node2">
    <dgm:scene3d>
      <a:camera prst="orthographicFront"/>
      <a:lightRig rig="flat" dir="t"/>
    </dgm:scene3d>
    <dgm:sp3d prstMaterial="dkEdge">
      <a:bevelT w="8200" h="38100"/>
    </dgm:sp3d>
    <dgm:txPr/>
    <dgm:style>
      <a:lnRef idx="0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node3">
    <dgm:scene3d>
      <a:camera prst="orthographicFront"/>
      <a:lightRig rig="flat" dir="t"/>
    </dgm:scene3d>
    <dgm:sp3d prstMaterial="dkEdge">
      <a:bevelT w="8200" h="38100"/>
    </dgm:sp3d>
    <dgm:txPr/>
    <dgm:style>
      <a:lnRef idx="0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node4">
    <dgm:scene3d>
      <a:camera prst="orthographicFront"/>
      <a:lightRig rig="flat" dir="t"/>
    </dgm:scene3d>
    <dgm:sp3d prstMaterial="dkEdge">
      <a:bevelT w="8200" h="38100"/>
    </dgm:sp3d>
    <dgm:txPr/>
    <dgm:style>
      <a:lnRef idx="0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1">
        <a:scrgbClr r="0" g="0" b="0"/>
      </a:lnRef>
      <a:fillRef idx="2">
        <a:scrgbClr r="0" g="0" b="0"/>
      </a:fillRef>
      <a:effectRef idx="1">
        <a:scrgbClr r="0" g="0" b="0"/>
      </a:effectRef>
      <a:fontRef idx="minor"/>
    </dgm:style>
  </dgm:styleLbl>
  <dgm:styleLbl name="asst0">
    <dgm:scene3d>
      <a:camera prst="orthographicFront"/>
      <a:lightRig rig="flat" dir="t"/>
    </dgm:scene3d>
    <dgm:sp3d prstMaterial="dkEdge">
      <a:bevelT w="8200" h="38100"/>
    </dgm:sp3d>
    <dgm:txPr/>
    <dgm:style>
      <a:lnRef idx="0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asst1">
    <dgm:scene3d>
      <a:camera prst="orthographicFront"/>
      <a:lightRig rig="flat" dir="t"/>
    </dgm:scene3d>
    <dgm:sp3d prstMaterial="dkEdge">
      <a:bevelT w="8200" h="38100"/>
    </dgm:sp3d>
    <dgm:txPr/>
    <dgm:style>
      <a:lnRef idx="0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asst2">
    <dgm:scene3d>
      <a:camera prst="orthographicFront"/>
      <a:lightRig rig="flat" dir="t"/>
    </dgm:scene3d>
    <dgm:sp3d prstMaterial="dkEdge">
      <a:bevelT w="8200" h="38100"/>
    </dgm:sp3d>
    <dgm:txPr/>
    <dgm:style>
      <a:lnRef idx="0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asst3">
    <dgm:scene3d>
      <a:camera prst="orthographicFront"/>
      <a:lightRig rig="flat" dir="t"/>
    </dgm:scene3d>
    <dgm:sp3d prstMaterial="dkEdge">
      <a:bevelT w="8200" h="38100"/>
    </dgm:sp3d>
    <dgm:txPr/>
    <dgm:style>
      <a:lnRef idx="0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asst4">
    <dgm:scene3d>
      <a:camera prst="orthographicFront"/>
      <a:lightRig rig="flat" dir="t"/>
    </dgm:scene3d>
    <dgm:sp3d prstMaterial="dkEdge">
      <a:bevelT w="8200" h="38100"/>
    </dgm:sp3d>
    <dgm:txPr/>
    <dgm:style>
      <a:lnRef idx="0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1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1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1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1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2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flat" dir="t"/>
    </dgm:scene3d>
    <dgm:sp3d prstMaterial="dkEdge">
      <a:bevelT w="8200" h="38100"/>
    </dgm:sp3d>
    <dgm:txPr/>
    <dgm:style>
      <a:lnRef idx="1">
        <a:scrgbClr r="0" g="0" b="0"/>
      </a:lnRef>
      <a:fillRef idx="2">
        <a:scrgbClr r="0" g="0" b="0"/>
      </a:fillRef>
      <a:effectRef idx="1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Diapositiva de título" type="title">
  <p:cSld name="Diapositiva de título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5"/>
          <p:cNvSpPr txBox="1">
            <a:spLocks noGrp="1"/>
          </p:cNvSpPr>
          <p:nvPr>
            <p:ph type="ctrTitle"/>
          </p:nvPr>
        </p:nvSpPr>
        <p:spPr>
          <a:xfrm>
            <a:off x="6372225" y="1238251"/>
            <a:ext cx="5181600" cy="246626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R="0" lvl="0" algn="ct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Font typeface="Trebuchet MS"/>
              <a:buNone/>
              <a:defRPr sz="4000" b="1" i="0" u="none" strike="noStrike" cap="none">
                <a:solidFill>
                  <a:srgbClr val="002060"/>
                </a:solidFill>
                <a:latin typeface="Poppins" panose="00000500000000000000" pitchFamily="2" charset="0"/>
                <a:ea typeface="Poppins" panose="00000500000000000000" pitchFamily="2" charset="0"/>
                <a:cs typeface="Poppins" panose="00000500000000000000" pitchFamily="2" charset="0"/>
                <a:sym typeface="Trebuchet MS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>
            <a:r>
              <a:rPr lang="es-ES" dirty="0"/>
              <a:t>Haga clic para modificar el estilo de título del patrón</a:t>
            </a:r>
            <a:endParaRPr dirty="0"/>
          </a:p>
        </p:txBody>
      </p:sp>
      <p:sp>
        <p:nvSpPr>
          <p:cNvPr id="11" name="Google Shape;11;p5"/>
          <p:cNvSpPr txBox="1">
            <a:spLocks noGrp="1"/>
          </p:cNvSpPr>
          <p:nvPr>
            <p:ph type="subTitle" idx="1"/>
          </p:nvPr>
        </p:nvSpPr>
        <p:spPr>
          <a:xfrm>
            <a:off x="6372225" y="3879690"/>
            <a:ext cx="5181600" cy="128615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lvl="0" algn="ctr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2400"/>
              <a:buNone/>
              <a:defRPr sz="2400" b="0">
                <a:solidFill>
                  <a:srgbClr val="002060"/>
                </a:solidFill>
                <a:latin typeface="Poppins regular" panose="00000500000000000000" pitchFamily="2" charset="0"/>
                <a:ea typeface="Poppins regular" panose="00000500000000000000" pitchFamily="2" charset="0"/>
                <a:cs typeface="Poppins regular" panose="00000500000000000000" pitchFamily="2" charset="0"/>
                <a:sym typeface="Trebuchet MS"/>
              </a:defRPr>
            </a:lvl1pPr>
            <a:lvl2pPr lvl="1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/>
            </a:lvl2pPr>
            <a:lvl3pPr lvl="2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/>
            </a:lvl3pPr>
            <a:lvl4pPr lvl="3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4pPr>
            <a:lvl5pPr lvl="4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5pPr>
            <a:lvl6pPr lvl="5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6pPr>
            <a:lvl7pPr lvl="6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7pPr>
            <a:lvl8pPr lvl="7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8pPr>
            <a:lvl9pPr lvl="8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9pPr>
          </a:lstStyle>
          <a:p>
            <a:r>
              <a:rPr lang="es-ES" dirty="0"/>
              <a:t>Haga clic para modificar el estilo de subtítulo del patrón</a:t>
            </a:r>
            <a:endParaRPr dirty="0"/>
          </a:p>
        </p:txBody>
      </p:sp>
      <p:sp>
        <p:nvSpPr>
          <p:cNvPr id="12" name="Google Shape;12;p5"/>
          <p:cNvSpPr txBox="1">
            <a:spLocks noGrp="1"/>
          </p:cNvSpPr>
          <p:nvPr>
            <p:ph type="ftr" idx="11"/>
          </p:nvPr>
        </p:nvSpPr>
        <p:spPr>
          <a:xfrm>
            <a:off x="6372224" y="6293893"/>
            <a:ext cx="3514726" cy="34114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>
                <a:solidFill>
                  <a:srgbClr val="002060"/>
                </a:solidFill>
                <a:latin typeface="Calibri" panose="020F0502020204030204" pitchFamily="34" charset="0"/>
                <a:cs typeface="Calibri" panose="020F0502020204030204" pitchFamily="34" charset="0"/>
              </a:defRPr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 lang="es-CO"/>
          </a:p>
        </p:txBody>
      </p:sp>
      <p:sp>
        <p:nvSpPr>
          <p:cNvPr id="13" name="Google Shape;13;p5"/>
          <p:cNvSpPr txBox="1">
            <a:spLocks noGrp="1"/>
          </p:cNvSpPr>
          <p:nvPr>
            <p:ph type="sldNum" idx="12"/>
          </p:nvPr>
        </p:nvSpPr>
        <p:spPr>
          <a:xfrm>
            <a:off x="10210799" y="6281903"/>
            <a:ext cx="1343025" cy="35313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>
                <a:solidFill>
                  <a:srgbClr val="002060"/>
                </a:solidFill>
                <a:latin typeface="Calibri" panose="020F0502020204030204" pitchFamily="34" charset="0"/>
                <a:cs typeface="Calibri" panose="020F0502020204030204" pitchFamily="34" charset="0"/>
              </a:defRPr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fld id="{22EF93A8-AEAF-4948-BAB7-22FDCCD980CD}" type="slidenum">
              <a:rPr lang="es-CO" smtClean="0"/>
              <a:t>‹Nº›</a:t>
            </a:fld>
            <a:endParaRPr lang="es-CO"/>
          </a:p>
        </p:txBody>
      </p:sp>
    </p:spTree>
    <p:extLst>
      <p:ext uri="{BB962C8B-B14F-4D97-AF65-F5344CB8AC3E}">
        <p14:creationId xmlns:p14="http://schemas.microsoft.com/office/powerpoint/2010/main" val="802343004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2_Título y objetos">
  <p:cSld name="2_Título y objetos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Shape 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Google Shape;15;p6"/>
          <p:cNvSpPr txBox="1">
            <a:spLocks noGrp="1"/>
          </p:cNvSpPr>
          <p:nvPr>
            <p:ph type="body" idx="1"/>
          </p:nvPr>
        </p:nvSpPr>
        <p:spPr>
          <a:xfrm>
            <a:off x="600075" y="1666875"/>
            <a:ext cx="10868025" cy="42386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2400" b="0">
                <a:solidFill>
                  <a:schemeClr val="tx2">
                    <a:lumMod val="25000"/>
                  </a:schemeClr>
                </a:solidFill>
                <a:latin typeface="Poppins regular" panose="00000500000000000000" pitchFamily="2" charset="0"/>
                <a:cs typeface="Poppins regular" panose="00000500000000000000" pitchFamily="2" charset="0"/>
              </a:defRPr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pPr lvl="0"/>
            <a:r>
              <a:rPr lang="es-ES" dirty="0"/>
              <a:t>Haga clic para modificar los estilos de texto del patrón</a:t>
            </a:r>
          </a:p>
        </p:txBody>
      </p:sp>
      <p:sp>
        <p:nvSpPr>
          <p:cNvPr id="16" name="Google Shape;16;p6"/>
          <p:cNvSpPr txBox="1">
            <a:spLocks noGrp="1"/>
          </p:cNvSpPr>
          <p:nvPr>
            <p:ph type="ftr" idx="11"/>
          </p:nvPr>
        </p:nvSpPr>
        <p:spPr>
          <a:xfrm>
            <a:off x="4256784" y="6328371"/>
            <a:ext cx="2528888" cy="29227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 lang="es-CO"/>
          </a:p>
        </p:txBody>
      </p:sp>
      <p:sp>
        <p:nvSpPr>
          <p:cNvPr id="17" name="Google Shape;17;p6"/>
          <p:cNvSpPr txBox="1">
            <a:spLocks noGrp="1"/>
          </p:cNvSpPr>
          <p:nvPr>
            <p:ph type="sldNum" idx="12"/>
          </p:nvPr>
        </p:nvSpPr>
        <p:spPr>
          <a:xfrm>
            <a:off x="6972300" y="6312198"/>
            <a:ext cx="1685925" cy="29227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fld id="{22EF93A8-AEAF-4948-BAB7-22FDCCD980CD}" type="slidenum">
              <a:rPr lang="es-CO" smtClean="0"/>
              <a:t>‹Nº›</a:t>
            </a:fld>
            <a:endParaRPr lang="es-CO"/>
          </a:p>
        </p:txBody>
      </p:sp>
      <p:sp>
        <p:nvSpPr>
          <p:cNvPr id="18" name="Google Shape;18;p6"/>
          <p:cNvSpPr txBox="1">
            <a:spLocks noGrp="1"/>
          </p:cNvSpPr>
          <p:nvPr>
            <p:ph type="title"/>
          </p:nvPr>
        </p:nvSpPr>
        <p:spPr>
          <a:xfrm>
            <a:off x="600075" y="153706"/>
            <a:ext cx="9629775" cy="81419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Trebuchet MS"/>
              <a:buNone/>
              <a:defRPr sz="3200" b="1" i="0" u="none" strike="noStrike" cap="none" dirty="0">
                <a:solidFill>
                  <a:srgbClr val="002060"/>
                </a:solidFill>
                <a:latin typeface="Poppins" panose="00000500000000000000" pitchFamily="2" charset="0"/>
                <a:ea typeface="Poppins" panose="00000500000000000000" pitchFamily="2" charset="0"/>
                <a:cs typeface="Poppins" panose="00000500000000000000" pitchFamily="2" charset="0"/>
                <a:sym typeface="Arial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>
            <a:r>
              <a:rPr lang="es-ES" dirty="0"/>
              <a:t>Haga clic para modificar el estilo de título del patrón</a:t>
            </a:r>
            <a:endParaRPr dirty="0"/>
          </a:p>
        </p:txBody>
      </p:sp>
    </p:spTree>
    <p:extLst>
      <p:ext uri="{BB962C8B-B14F-4D97-AF65-F5344CB8AC3E}">
        <p14:creationId xmlns:p14="http://schemas.microsoft.com/office/powerpoint/2010/main" val="3850965367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En blanco" type="blank">
  <p:cSld name="En blanco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Shape 19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99946338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ítulo y objetos">
  <p:cSld name="Título y objetos">
    <p:spTree>
      <p:nvGrpSpPr>
        <p:cNvPr id="1" name="Shape 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Google Shape;21;p8"/>
          <p:cNvSpPr txBox="1">
            <a:spLocks noGrp="1"/>
          </p:cNvSpPr>
          <p:nvPr>
            <p:ph type="body" idx="1"/>
          </p:nvPr>
        </p:nvSpPr>
        <p:spPr>
          <a:xfrm>
            <a:off x="619123" y="1762125"/>
            <a:ext cx="10782301" cy="42862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2400" b="0">
                <a:solidFill>
                  <a:schemeClr val="tx2">
                    <a:lumMod val="25000"/>
                  </a:schemeClr>
                </a:solidFill>
                <a:latin typeface="Poppins regular" panose="00000500000000000000" pitchFamily="2" charset="0"/>
                <a:cs typeface="Poppins regular" panose="00000500000000000000" pitchFamily="2" charset="0"/>
              </a:defRPr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pPr lvl="0"/>
            <a:r>
              <a:rPr lang="es-ES" dirty="0"/>
              <a:t>Haga clic para modificar los estilos de texto del patrón</a:t>
            </a:r>
          </a:p>
        </p:txBody>
      </p:sp>
      <p:sp>
        <p:nvSpPr>
          <p:cNvPr id="22" name="Google Shape;22;p8"/>
          <p:cNvSpPr txBox="1">
            <a:spLocks noGrp="1"/>
          </p:cNvSpPr>
          <p:nvPr>
            <p:ph type="ftr" idx="11"/>
          </p:nvPr>
        </p:nvSpPr>
        <p:spPr>
          <a:xfrm>
            <a:off x="3828902" y="6251577"/>
            <a:ext cx="2856609" cy="24447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 lang="es-CO"/>
          </a:p>
        </p:txBody>
      </p:sp>
      <p:sp>
        <p:nvSpPr>
          <p:cNvPr id="23" name="Google Shape;23;p8"/>
          <p:cNvSpPr txBox="1">
            <a:spLocks noGrp="1"/>
          </p:cNvSpPr>
          <p:nvPr>
            <p:ph type="sldNum" idx="12"/>
          </p:nvPr>
        </p:nvSpPr>
        <p:spPr>
          <a:xfrm>
            <a:off x="6934794" y="6251577"/>
            <a:ext cx="1904406" cy="24447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fld id="{22EF93A8-AEAF-4948-BAB7-22FDCCD980CD}" type="slidenum">
              <a:rPr lang="es-CO" smtClean="0"/>
              <a:t>‹Nº›</a:t>
            </a:fld>
            <a:endParaRPr lang="es-CO"/>
          </a:p>
        </p:txBody>
      </p:sp>
      <p:sp>
        <p:nvSpPr>
          <p:cNvPr id="24" name="Google Shape;24;p8"/>
          <p:cNvSpPr txBox="1">
            <a:spLocks noGrp="1"/>
          </p:cNvSpPr>
          <p:nvPr>
            <p:ph type="title"/>
          </p:nvPr>
        </p:nvSpPr>
        <p:spPr>
          <a:xfrm>
            <a:off x="619124" y="153706"/>
            <a:ext cx="9715501" cy="81419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349"/>
              </a:buClr>
              <a:buSzPts val="2800"/>
              <a:buFont typeface="Trebuchet MS"/>
              <a:buNone/>
              <a:defRPr sz="3200" b="1" i="0" u="none" strike="noStrike" cap="none">
                <a:solidFill>
                  <a:srgbClr val="000349"/>
                </a:solidFill>
                <a:latin typeface="Poppins" panose="00000500000000000000" pitchFamily="2" charset="0"/>
                <a:ea typeface="Poppins" panose="00000500000000000000" pitchFamily="2" charset="0"/>
                <a:cs typeface="Poppins" panose="00000500000000000000" pitchFamily="2" charset="0"/>
                <a:sym typeface="Trebuchet MS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>
            <a:r>
              <a:rPr lang="es-ES" dirty="0"/>
              <a:t>Haga clic para modificar el estilo de título del patrón</a:t>
            </a:r>
            <a:endParaRPr dirty="0"/>
          </a:p>
        </p:txBody>
      </p:sp>
    </p:spTree>
    <p:extLst>
      <p:ext uri="{BB962C8B-B14F-4D97-AF65-F5344CB8AC3E}">
        <p14:creationId xmlns:p14="http://schemas.microsoft.com/office/powerpoint/2010/main" val="246572085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1_Título y objetos">
  <p:cSld name="1_Título y objetos">
    <p:spTree>
      <p:nvGrpSpPr>
        <p:cNvPr id="1" name="Shape 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Google Shape;26;p9"/>
          <p:cNvSpPr txBox="1">
            <a:spLocks noGrp="1"/>
          </p:cNvSpPr>
          <p:nvPr>
            <p:ph type="body" idx="1"/>
          </p:nvPr>
        </p:nvSpPr>
        <p:spPr>
          <a:xfrm>
            <a:off x="609600" y="1676400"/>
            <a:ext cx="5029200" cy="44529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2400" b="0">
                <a:solidFill>
                  <a:schemeClr val="tx2">
                    <a:lumMod val="25000"/>
                  </a:schemeClr>
                </a:solidFill>
                <a:latin typeface="Poppins regular" panose="00000500000000000000" pitchFamily="2" charset="0"/>
                <a:cs typeface="Poppins regular" panose="00000500000000000000" pitchFamily="2" charset="0"/>
              </a:defRPr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pPr lvl="0"/>
            <a:r>
              <a:rPr lang="es-ES" dirty="0"/>
              <a:t>Haga clic para modificar los estilos de texto del patrón</a:t>
            </a:r>
          </a:p>
        </p:txBody>
      </p:sp>
      <p:sp>
        <p:nvSpPr>
          <p:cNvPr id="27" name="Google Shape;27;p9"/>
          <p:cNvSpPr txBox="1">
            <a:spLocks noGrp="1"/>
          </p:cNvSpPr>
          <p:nvPr>
            <p:ph type="ftr" idx="11"/>
          </p:nvPr>
        </p:nvSpPr>
        <p:spPr>
          <a:xfrm>
            <a:off x="4000499" y="6270627"/>
            <a:ext cx="2685159" cy="30162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 lang="es-CO"/>
          </a:p>
        </p:txBody>
      </p:sp>
      <p:sp>
        <p:nvSpPr>
          <p:cNvPr id="28" name="Google Shape;28;p9"/>
          <p:cNvSpPr txBox="1">
            <a:spLocks noGrp="1"/>
          </p:cNvSpPr>
          <p:nvPr>
            <p:ph type="sldNum" idx="12"/>
          </p:nvPr>
        </p:nvSpPr>
        <p:spPr>
          <a:xfrm>
            <a:off x="6953844" y="6270627"/>
            <a:ext cx="1790106" cy="30162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fld id="{22EF93A8-AEAF-4948-BAB7-22FDCCD980CD}" type="slidenum">
              <a:rPr lang="es-CO" smtClean="0"/>
              <a:t>‹Nº›</a:t>
            </a:fld>
            <a:endParaRPr lang="es-CO"/>
          </a:p>
        </p:txBody>
      </p:sp>
      <p:sp>
        <p:nvSpPr>
          <p:cNvPr id="29" name="Google Shape;29;p9"/>
          <p:cNvSpPr txBox="1">
            <a:spLocks noGrp="1"/>
          </p:cNvSpPr>
          <p:nvPr>
            <p:ph type="body" idx="2"/>
          </p:nvPr>
        </p:nvSpPr>
        <p:spPr>
          <a:xfrm>
            <a:off x="5924550" y="1676400"/>
            <a:ext cx="5391150" cy="44529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400" b="0">
                <a:solidFill>
                  <a:schemeClr val="tx2">
                    <a:lumMod val="25000"/>
                  </a:schemeClr>
                </a:solidFill>
                <a:latin typeface="Poppins regular" panose="00000500000000000000" pitchFamily="2" charset="0"/>
                <a:cs typeface="Poppins regular" panose="00000500000000000000" pitchFamily="2" charset="0"/>
              </a:defRPr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pPr lvl="0"/>
            <a:r>
              <a:rPr lang="es-ES" dirty="0"/>
              <a:t>Haga clic para modificar los estilos de texto del patrón</a:t>
            </a:r>
          </a:p>
        </p:txBody>
      </p:sp>
      <p:sp>
        <p:nvSpPr>
          <p:cNvPr id="30" name="Google Shape;30;p9"/>
          <p:cNvSpPr txBox="1">
            <a:spLocks noGrp="1"/>
          </p:cNvSpPr>
          <p:nvPr>
            <p:ph type="title"/>
          </p:nvPr>
        </p:nvSpPr>
        <p:spPr>
          <a:xfrm>
            <a:off x="609600" y="153706"/>
            <a:ext cx="9610726" cy="81419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349"/>
              </a:buClr>
              <a:buSzPts val="2800"/>
              <a:buFont typeface="Trebuchet MS"/>
              <a:buNone/>
              <a:defRPr sz="3200" b="1" i="0" u="none" strike="noStrike" cap="none">
                <a:solidFill>
                  <a:srgbClr val="000349"/>
                </a:solidFill>
                <a:latin typeface="Poppins" panose="00000500000000000000" pitchFamily="2" charset="0"/>
                <a:ea typeface="Poppins" panose="00000500000000000000" pitchFamily="2" charset="0"/>
                <a:cs typeface="Poppins" panose="00000500000000000000" pitchFamily="2" charset="0"/>
                <a:sym typeface="Trebuchet MS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>
            <a:r>
              <a:rPr lang="es-ES"/>
              <a:t>Haga clic para modificar el estilo de título del patrón</a:t>
            </a:r>
            <a:endParaRPr/>
          </a:p>
        </p:txBody>
      </p:sp>
    </p:spTree>
    <p:extLst>
      <p:ext uri="{BB962C8B-B14F-4D97-AF65-F5344CB8AC3E}">
        <p14:creationId xmlns:p14="http://schemas.microsoft.com/office/powerpoint/2010/main" val="3287945112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olo el título">
  <p:cSld name="Solo el título">
    <p:spTree>
      <p:nvGrpSpPr>
        <p:cNvPr id="1" name="Shape 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" name="Google Shape;32;p10"/>
          <p:cNvSpPr txBox="1">
            <a:spLocks noGrp="1"/>
          </p:cNvSpPr>
          <p:nvPr>
            <p:ph type="ftr" idx="11"/>
          </p:nvPr>
        </p:nvSpPr>
        <p:spPr>
          <a:xfrm>
            <a:off x="4197052" y="6232527"/>
            <a:ext cx="2589909" cy="28257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 lang="es-CO"/>
          </a:p>
        </p:txBody>
      </p:sp>
      <p:sp>
        <p:nvSpPr>
          <p:cNvPr id="33" name="Google Shape;33;p10"/>
          <p:cNvSpPr txBox="1">
            <a:spLocks noGrp="1"/>
          </p:cNvSpPr>
          <p:nvPr>
            <p:ph type="sldNum" idx="12"/>
          </p:nvPr>
        </p:nvSpPr>
        <p:spPr>
          <a:xfrm>
            <a:off x="7112594" y="6232527"/>
            <a:ext cx="1726606" cy="28257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fld id="{22EF93A8-AEAF-4948-BAB7-22FDCCD980CD}" type="slidenum">
              <a:rPr lang="es-CO" smtClean="0"/>
              <a:t>‹Nº›</a:t>
            </a:fld>
            <a:endParaRPr lang="es-CO"/>
          </a:p>
        </p:txBody>
      </p:sp>
      <p:sp>
        <p:nvSpPr>
          <p:cNvPr id="34" name="Google Shape;34;p10"/>
          <p:cNvSpPr txBox="1">
            <a:spLocks noGrp="1"/>
          </p:cNvSpPr>
          <p:nvPr>
            <p:ph type="title"/>
          </p:nvPr>
        </p:nvSpPr>
        <p:spPr>
          <a:xfrm>
            <a:off x="695325" y="153706"/>
            <a:ext cx="9334500" cy="81419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349"/>
              </a:buClr>
              <a:buSzPts val="2800"/>
              <a:buFont typeface="Trebuchet MS"/>
              <a:buNone/>
              <a:defRPr sz="3200" b="1" i="0" u="none" strike="noStrike" cap="none">
                <a:solidFill>
                  <a:srgbClr val="000349"/>
                </a:solidFill>
                <a:latin typeface="Poppins" panose="00000500000000000000" pitchFamily="2" charset="0"/>
                <a:ea typeface="Poppins" panose="00000500000000000000" pitchFamily="2" charset="0"/>
                <a:cs typeface="Poppins" panose="00000500000000000000" pitchFamily="2" charset="0"/>
                <a:sym typeface="Trebuchet MS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>
            <a:r>
              <a:rPr lang="es-ES"/>
              <a:t>Haga clic para modificar el estilo de título del patrón</a:t>
            </a:r>
            <a:endParaRPr/>
          </a:p>
        </p:txBody>
      </p:sp>
    </p:spTree>
    <p:extLst>
      <p:ext uri="{BB962C8B-B14F-4D97-AF65-F5344CB8AC3E}">
        <p14:creationId xmlns:p14="http://schemas.microsoft.com/office/powerpoint/2010/main" val="2258822765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image" Target="../media/image1.jpg"/><Relationship Id="rId3" Type="http://schemas.openxmlformats.org/officeDocument/2006/relationships/slideLayout" Target="../slideLayouts/slideLayout3.xml"/><Relationship Id="rId7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8">
            <a:lum/>
          </a:blip>
          <a:srcRect/>
          <a:stretch>
            <a:fillRect/>
          </a:stretch>
        </a:blipFill>
        <a:effectLst/>
      </p:bgPr>
    </p:bg>
    <p:spTree>
      <p:nvGrpSpPr>
        <p:cNvPr id="1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Google Shape;7;p4"/>
          <p:cNvSpPr txBox="1">
            <a:spLocks noGrp="1"/>
          </p:cNvSpPr>
          <p:nvPr>
            <p:ph type="ftr" idx="11"/>
          </p:nvPr>
        </p:nvSpPr>
        <p:spPr>
          <a:xfrm>
            <a:off x="4714874" y="6261102"/>
            <a:ext cx="2304159" cy="30162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R="0" lvl="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105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 lang="es-CO"/>
          </a:p>
        </p:txBody>
      </p:sp>
      <p:sp>
        <p:nvSpPr>
          <p:cNvPr id="8" name="Google Shape;8;p4"/>
          <p:cNvSpPr txBox="1">
            <a:spLocks noGrp="1"/>
          </p:cNvSpPr>
          <p:nvPr>
            <p:ph type="sldNum" idx="12"/>
          </p:nvPr>
        </p:nvSpPr>
        <p:spPr>
          <a:xfrm>
            <a:off x="7303094" y="6261102"/>
            <a:ext cx="1536106" cy="30162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 rtl="0">
              <a:spcBef>
                <a:spcPts val="0"/>
              </a:spcBef>
              <a:buNone/>
              <a:defRPr sz="105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 rtl="0">
              <a:spcBef>
                <a:spcPts val="0"/>
              </a:spcBef>
              <a:buNone/>
              <a:defRPr sz="105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 rtl="0">
              <a:spcBef>
                <a:spcPts val="0"/>
              </a:spcBef>
              <a:buNone/>
              <a:defRPr sz="105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 rtl="0">
              <a:spcBef>
                <a:spcPts val="0"/>
              </a:spcBef>
              <a:buNone/>
              <a:defRPr sz="105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 rtl="0">
              <a:spcBef>
                <a:spcPts val="0"/>
              </a:spcBef>
              <a:buNone/>
              <a:defRPr sz="105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 rtl="0">
              <a:spcBef>
                <a:spcPts val="0"/>
              </a:spcBef>
              <a:buNone/>
              <a:defRPr sz="105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 rtl="0">
              <a:spcBef>
                <a:spcPts val="0"/>
              </a:spcBef>
              <a:buNone/>
              <a:defRPr sz="105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 rtl="0">
              <a:spcBef>
                <a:spcPts val="0"/>
              </a:spcBef>
              <a:buNone/>
              <a:defRPr sz="105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 rtl="0">
              <a:spcBef>
                <a:spcPts val="0"/>
              </a:spcBef>
              <a:buNone/>
              <a:defRPr sz="105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fld id="{22EF93A8-AEAF-4948-BAB7-22FDCCD980CD}" type="slidenum">
              <a:rPr lang="es-CO" smtClean="0"/>
              <a:t>‹Nº›</a:t>
            </a:fld>
            <a:endParaRPr lang="es-CO"/>
          </a:p>
        </p:txBody>
      </p:sp>
    </p:spTree>
    <p:extLst>
      <p:ext uri="{BB962C8B-B14F-4D97-AF65-F5344CB8AC3E}">
        <p14:creationId xmlns:p14="http://schemas.microsoft.com/office/powerpoint/2010/main" val="4223081330"/>
      </p:ext>
    </p:extLst>
  </p:cSld>
  <p:clrMap bg1="lt1" tx1="dk1" bg2="dk2" tx2="lt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</p:sldLayoutIdLst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3600" b="1" i="0" u="none" strike="noStrike" cap="none" dirty="0">
          <a:solidFill>
            <a:srgbClr val="002060"/>
          </a:solidFill>
          <a:latin typeface="Calibri" panose="020F0502020204030204" pitchFamily="34" charset="0"/>
          <a:ea typeface="Calibri" panose="020F0502020204030204" pitchFamily="34" charset="0"/>
          <a:cs typeface="Calibri" panose="020F0502020204030204" pitchFamily="34" charset="0"/>
          <a:sym typeface="Arial"/>
        </a:defRPr>
      </a:lvl1pPr>
      <a:lvl2pPr marR="0" lvl="1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jpe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jpe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jpe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jpe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diagramData" Target="../diagrams/data1.xml"/><Relationship Id="rId7" Type="http://schemas.microsoft.com/office/2007/relationships/diagramDrawing" Target="../diagrams/drawing1.xml"/><Relationship Id="rId2" Type="http://schemas.openxmlformats.org/officeDocument/2006/relationships/image" Target="../media/image4.jpeg"/><Relationship Id="rId1" Type="http://schemas.openxmlformats.org/officeDocument/2006/relationships/slideLayout" Target="../slideLayouts/slideLayout2.xml"/><Relationship Id="rId6" Type="http://schemas.openxmlformats.org/officeDocument/2006/relationships/diagramColors" Target="../diagrams/colors1.xml"/><Relationship Id="rId5" Type="http://schemas.openxmlformats.org/officeDocument/2006/relationships/diagramQuickStyle" Target="../diagrams/quickStyle1.xml"/><Relationship Id="rId4" Type="http://schemas.openxmlformats.org/officeDocument/2006/relationships/diagramLayout" Target="../diagrams/layout1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C02068D5-7CCD-1E1C-79DD-964126ED081A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6372225" y="739488"/>
            <a:ext cx="5668414" cy="2466266"/>
          </a:xfrm>
        </p:spPr>
        <p:txBody>
          <a:bodyPr/>
          <a:lstStyle/>
          <a:p>
            <a:r>
              <a:rPr lang="es-ES" sz="4800" i="0" dirty="0">
                <a:effectLst/>
                <a:latin typeface="Arial" panose="020B0604020202020204" pitchFamily="34" charset="0"/>
              </a:rPr>
              <a:t>EcoQuest: </a:t>
            </a:r>
            <a:br>
              <a:rPr lang="es-ES" sz="4800" i="0" dirty="0">
                <a:effectLst/>
                <a:latin typeface="Arial" panose="020B0604020202020204" pitchFamily="34" charset="0"/>
              </a:rPr>
            </a:br>
            <a:r>
              <a:rPr lang="es-ES" sz="3600" i="0" dirty="0">
                <a:effectLst/>
                <a:latin typeface="Arial" panose="020B0604020202020204" pitchFamily="34" charset="0"/>
              </a:rPr>
              <a:t>U</a:t>
            </a:r>
            <a:r>
              <a:rPr lang="es-ES" sz="3600" dirty="0"/>
              <a:t>na aventura interactiva para salvar el planeta del cambio climático</a:t>
            </a:r>
            <a:endParaRPr lang="es-CO" sz="4800" dirty="0"/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22E9FAD2-F860-5586-E15A-1353FC88803E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6372225" y="3700456"/>
            <a:ext cx="5181600" cy="1740058"/>
          </a:xfrm>
        </p:spPr>
        <p:txBody>
          <a:bodyPr/>
          <a:lstStyle/>
          <a:p>
            <a:pPr lvl="1" algn="l"/>
            <a:r>
              <a:rPr lang="es-US" dirty="0"/>
              <a:t>Presenta:</a:t>
            </a:r>
          </a:p>
          <a:p>
            <a:pPr lvl="1" algn="l"/>
            <a:r>
              <a:rPr lang="es-US" dirty="0"/>
              <a:t>Julio Edilberto Rocha Trujillo</a:t>
            </a:r>
          </a:p>
          <a:p>
            <a:pPr lvl="1" algn="l"/>
            <a:r>
              <a:rPr lang="es-US" dirty="0"/>
              <a:t>Liceth Fernanda Rodríguez Pulido</a:t>
            </a:r>
          </a:p>
          <a:p>
            <a:pPr algn="l"/>
            <a:endParaRPr lang="es-US" dirty="0"/>
          </a:p>
        </p:txBody>
      </p:sp>
      <p:pic>
        <p:nvPicPr>
          <p:cNvPr id="4" name="Imagen 3">
            <a:extLst>
              <a:ext uri="{FF2B5EF4-FFF2-40B4-BE49-F238E27FC236}">
                <a16:creationId xmlns:a16="http://schemas.microsoft.com/office/drawing/2014/main" id="{410F59C7-09EB-4AA0-91D4-B03C93372DFE}"/>
              </a:ext>
            </a:extLst>
          </p:cNvPr>
          <p:cNvPicPr>
            <a:picLocks noChangeAspect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5135" r="9622"/>
          <a:stretch/>
        </p:blipFill>
        <p:spPr>
          <a:xfrm>
            <a:off x="9561541" y="5623675"/>
            <a:ext cx="2630459" cy="123432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490763809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texto 1">
            <a:extLst>
              <a:ext uri="{FF2B5EF4-FFF2-40B4-BE49-F238E27FC236}">
                <a16:creationId xmlns:a16="http://schemas.microsoft.com/office/drawing/2014/main" id="{44EAF547-BECC-44BF-9E0E-29FEE0E6B5E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205915" y="2344189"/>
            <a:ext cx="11481779" cy="2817385"/>
          </a:xfrm>
        </p:spPr>
        <p:txBody>
          <a:bodyPr>
            <a:noAutofit/>
          </a:bodyPr>
          <a:lstStyle/>
          <a:p>
            <a:pPr marL="114300" indent="0" algn="just">
              <a:buNone/>
            </a:pPr>
            <a:r>
              <a:rPr lang="es-CO" sz="2800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Una empresa de aseo desea implementar nuevas estrategias que informen y involucren a la comunidad especialmente a los jóvenes, el cuidado del medio ambiente con una experiencia atractiva, en la cual se propone el desarrollo de un juego educativo e interactivo ya que la tecnología forma parte de la vida cotidiana, surge como una oportunidad para generar cambios de manera positiva y que se vean reflejados en educar, motivar, e incentivar por medios de juegos hábitos de sostenibilidad y cuidado ambiental.</a:t>
            </a:r>
          </a:p>
        </p:txBody>
      </p:sp>
      <p:sp>
        <p:nvSpPr>
          <p:cNvPr id="3" name="Título 2">
            <a:extLst>
              <a:ext uri="{FF2B5EF4-FFF2-40B4-BE49-F238E27FC236}">
                <a16:creationId xmlns:a16="http://schemas.microsoft.com/office/drawing/2014/main" id="{196F8889-DD5E-42E4-A98B-C00507FE756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69757" y="1168525"/>
            <a:ext cx="9629775" cy="814194"/>
          </a:xfrm>
        </p:spPr>
        <p:txBody>
          <a:bodyPr/>
          <a:lstStyle/>
          <a:p>
            <a:r>
              <a:rPr lang="es-419" sz="6000" dirty="0">
                <a:latin typeface="+mj-lt"/>
              </a:rPr>
              <a:t>CONTEXTO</a:t>
            </a:r>
            <a:endParaRPr lang="es-CO" sz="9600" dirty="0">
              <a:latin typeface="+mn-lt"/>
            </a:endParaRPr>
          </a:p>
        </p:txBody>
      </p:sp>
      <p:pic>
        <p:nvPicPr>
          <p:cNvPr id="4" name="Imagen 3">
            <a:extLst>
              <a:ext uri="{FF2B5EF4-FFF2-40B4-BE49-F238E27FC236}">
                <a16:creationId xmlns:a16="http://schemas.microsoft.com/office/drawing/2014/main" id="{C4E932F1-546B-4F45-89B7-B3C0E93F8232}"/>
              </a:ext>
            </a:extLst>
          </p:cNvPr>
          <p:cNvPicPr>
            <a:picLocks noChangeAspect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5135" r="9622"/>
          <a:stretch/>
        </p:blipFill>
        <p:spPr>
          <a:xfrm>
            <a:off x="9561541" y="5312584"/>
            <a:ext cx="2630459" cy="123432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7387569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texto 1">
            <a:extLst>
              <a:ext uri="{FF2B5EF4-FFF2-40B4-BE49-F238E27FC236}">
                <a16:creationId xmlns:a16="http://schemas.microsoft.com/office/drawing/2014/main" id="{FB8FA7E7-9C0E-6020-03E5-851B89EECA31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568108" y="2163544"/>
            <a:ext cx="10397767" cy="3596748"/>
          </a:xfrm>
        </p:spPr>
        <p:txBody>
          <a:bodyPr>
            <a:noAutofit/>
          </a:bodyPr>
          <a:lstStyle/>
          <a:p>
            <a:pPr marL="571500" lvl="1" indent="0">
              <a:buNone/>
            </a:pPr>
            <a:r>
              <a:rPr lang="es-ES" sz="2800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En el desarrollo del juego se implementaron varias tecnologías, librerías. </a:t>
            </a:r>
          </a:p>
          <a:p>
            <a:r>
              <a:rPr lang="es-ES" sz="2800" b="1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JavaScript</a:t>
            </a:r>
            <a:r>
              <a:rPr lang="es-ES" sz="2800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: se implementa la lógica del juego y funciones.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s-ES" sz="2800" b="1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HTML: </a:t>
            </a:r>
            <a:r>
              <a:rPr lang="es-ES" sz="2800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diseño y estructura del juego.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s-ES" sz="2800" b="1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CSS: </a:t>
            </a:r>
            <a:r>
              <a:rPr lang="es-ES" sz="2800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representa los estilos y lo visual.</a:t>
            </a:r>
            <a:endParaRPr lang="es-ES" sz="2800" b="1" dirty="0">
              <a:solidFill>
                <a:schemeClr val="tx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>
              <a:buFont typeface="Arial" panose="020B0604020202020204" pitchFamily="34" charset="0"/>
              <a:buChar char="•"/>
            </a:pPr>
            <a:r>
              <a:rPr lang="es-ES" sz="2800" b="1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Phaser.js: </a:t>
            </a:r>
            <a:r>
              <a:rPr lang="es-ES" sz="2800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librería principal donde se desarrolla el juego en 2D.</a:t>
            </a:r>
            <a:endParaRPr lang="es-ES" sz="2800" b="1" dirty="0">
              <a:solidFill>
                <a:schemeClr val="tx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571500" lvl="1" indent="0">
              <a:buNone/>
            </a:pPr>
            <a:br>
              <a:rPr lang="es-ES" sz="2400" dirty="0">
                <a:solidFill>
                  <a:schemeClr val="tx1"/>
                </a:solidFill>
              </a:rPr>
            </a:br>
            <a:br>
              <a:rPr lang="es-ES" sz="2400" dirty="0">
                <a:solidFill>
                  <a:schemeClr val="tx1"/>
                </a:solidFill>
              </a:rPr>
            </a:br>
            <a:endParaRPr lang="es-US" sz="2400" dirty="0">
              <a:solidFill>
                <a:schemeClr val="tx1"/>
              </a:solidFill>
            </a:endParaRPr>
          </a:p>
        </p:txBody>
      </p:sp>
      <p:sp>
        <p:nvSpPr>
          <p:cNvPr id="3" name="Título 2">
            <a:extLst>
              <a:ext uri="{FF2B5EF4-FFF2-40B4-BE49-F238E27FC236}">
                <a16:creationId xmlns:a16="http://schemas.microsoft.com/office/drawing/2014/main" id="{B9B92D23-50F8-4C11-BFCA-E10BA65D5A6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97504" y="928643"/>
            <a:ext cx="9629775" cy="814194"/>
          </a:xfrm>
        </p:spPr>
        <p:txBody>
          <a:bodyPr/>
          <a:lstStyle/>
          <a:p>
            <a:r>
              <a:rPr lang="es-CO" sz="6000" dirty="0">
                <a:latin typeface="+mj-lt"/>
              </a:rPr>
              <a:t>TECNOLOGIAS</a:t>
            </a:r>
          </a:p>
        </p:txBody>
      </p:sp>
      <p:pic>
        <p:nvPicPr>
          <p:cNvPr id="4" name="Imagen 3">
            <a:extLst>
              <a:ext uri="{FF2B5EF4-FFF2-40B4-BE49-F238E27FC236}">
                <a16:creationId xmlns:a16="http://schemas.microsoft.com/office/drawing/2014/main" id="{5CA23D76-2D44-410D-A720-374FDD9B0DE1}"/>
              </a:ext>
            </a:extLst>
          </p:cNvPr>
          <p:cNvPicPr>
            <a:picLocks noChangeAspect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5135" r="9622"/>
          <a:stretch/>
        </p:blipFill>
        <p:spPr>
          <a:xfrm>
            <a:off x="9561541" y="5274887"/>
            <a:ext cx="2630459" cy="123432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784746963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texto 1">
            <a:extLst>
              <a:ext uri="{FF2B5EF4-FFF2-40B4-BE49-F238E27FC236}">
                <a16:creationId xmlns:a16="http://schemas.microsoft.com/office/drawing/2014/main" id="{FB8FA7E7-9C0E-6020-03E5-851B89EECA31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524127" y="2011680"/>
            <a:ext cx="10316698" cy="3244351"/>
          </a:xfrm>
        </p:spPr>
        <p:txBody>
          <a:bodyPr>
            <a:noAutofit/>
          </a:bodyPr>
          <a:lstStyle/>
          <a:p>
            <a:pPr marL="114300" indent="0">
              <a:lnSpc>
                <a:spcPct val="107000"/>
              </a:lnSpc>
              <a:spcAft>
                <a:spcPts val="800"/>
              </a:spcAft>
              <a:buNone/>
            </a:pPr>
            <a:r>
              <a:rPr lang="es-MX" sz="2800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  Se integra varias áreas basadas en Ingeniería de Sistemas</a:t>
            </a:r>
            <a:r>
              <a:rPr lang="es-ES" sz="2800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.</a:t>
            </a:r>
          </a:p>
          <a:p>
            <a:pPr>
              <a:lnSpc>
                <a:spcPct val="107000"/>
              </a:lnSpc>
              <a:spcAft>
                <a:spcPts val="800"/>
              </a:spcAft>
            </a:pPr>
            <a:r>
              <a:rPr lang="es-ES" sz="2800" b="1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Programación: </a:t>
            </a:r>
            <a:r>
              <a:rPr lang="es-ES" sz="2800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se implementa para la lógica, manejo de códigos.</a:t>
            </a:r>
          </a:p>
          <a:p>
            <a:pPr>
              <a:lnSpc>
                <a:spcPct val="107000"/>
              </a:lnSpc>
              <a:spcAft>
                <a:spcPts val="800"/>
              </a:spcAft>
            </a:pPr>
            <a:r>
              <a:rPr lang="es-ES" sz="2800" b="1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Desarrollo Web: </a:t>
            </a:r>
            <a:r>
              <a:rPr lang="es-ES" sz="2800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uso de paginas web en navegador.</a:t>
            </a:r>
          </a:p>
          <a:p>
            <a:pPr>
              <a:lnSpc>
                <a:spcPct val="107000"/>
              </a:lnSpc>
              <a:spcAft>
                <a:spcPts val="800"/>
              </a:spcAft>
            </a:pPr>
            <a:r>
              <a:rPr lang="es-US" sz="2800" b="1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Educación digital</a:t>
            </a:r>
            <a:r>
              <a:rPr lang="es-US" sz="2800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: diseño de aprendizaje a través del juego. </a:t>
            </a:r>
          </a:p>
        </p:txBody>
      </p:sp>
      <p:sp>
        <p:nvSpPr>
          <p:cNvPr id="3" name="Título 2">
            <a:extLst>
              <a:ext uri="{FF2B5EF4-FFF2-40B4-BE49-F238E27FC236}">
                <a16:creationId xmlns:a16="http://schemas.microsoft.com/office/drawing/2014/main" id="{B9B92D23-50F8-4C11-BFCA-E10BA65D5A6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24127" y="1042390"/>
            <a:ext cx="9629775" cy="814194"/>
          </a:xfrm>
        </p:spPr>
        <p:txBody>
          <a:bodyPr/>
          <a:lstStyle/>
          <a:p>
            <a:r>
              <a:rPr lang="es-MX" sz="6000" b="1" dirty="0">
                <a:effectLst/>
                <a:latin typeface="Arial" panose="020B0604020202020204" pitchFamily="34" charset="0"/>
                <a:ea typeface="Arial" panose="020B0604020202020204" pitchFamily="34" charset="0"/>
              </a:rPr>
              <a:t>AREAS</a:t>
            </a:r>
            <a:br>
              <a:rPr lang="es-CO" sz="6000" dirty="0">
                <a:effectLst/>
                <a:latin typeface="Calibri" panose="020F0502020204030204" pitchFamily="34" charset="0"/>
                <a:ea typeface="Calibri" panose="020F0502020204030204" pitchFamily="34" charset="0"/>
              </a:rPr>
            </a:br>
            <a:endParaRPr lang="es-CO" sz="6000" dirty="0">
              <a:latin typeface="+mj-lt"/>
            </a:endParaRPr>
          </a:p>
        </p:txBody>
      </p:sp>
      <p:pic>
        <p:nvPicPr>
          <p:cNvPr id="4" name="Imagen 3">
            <a:extLst>
              <a:ext uri="{FF2B5EF4-FFF2-40B4-BE49-F238E27FC236}">
                <a16:creationId xmlns:a16="http://schemas.microsoft.com/office/drawing/2014/main" id="{54D5C50F-B857-4C69-B30A-8A1C0158BD13}"/>
              </a:ext>
            </a:extLst>
          </p:cNvPr>
          <p:cNvPicPr>
            <a:picLocks noChangeAspect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5135" r="9622"/>
          <a:stretch/>
        </p:blipFill>
        <p:spPr>
          <a:xfrm>
            <a:off x="9561541" y="5256031"/>
            <a:ext cx="2630459" cy="123432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18244303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ítulo 2">
            <a:extLst>
              <a:ext uri="{FF2B5EF4-FFF2-40B4-BE49-F238E27FC236}">
                <a16:creationId xmlns:a16="http://schemas.microsoft.com/office/drawing/2014/main" id="{B9B92D23-50F8-4C11-BFCA-E10BA65D5A6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95429" y="339365"/>
            <a:ext cx="10193668" cy="814194"/>
          </a:xfrm>
        </p:spPr>
        <p:txBody>
          <a:bodyPr/>
          <a:lstStyle/>
          <a:p>
            <a:r>
              <a:rPr lang="es-MX" sz="6000" dirty="0">
                <a:latin typeface="Arial" panose="020B0604020202020204" pitchFamily="34" charset="0"/>
              </a:rPr>
              <a:t>DIAGRAMA INFORMACIÓN </a:t>
            </a:r>
            <a:endParaRPr lang="es-CO" sz="6000" dirty="0">
              <a:latin typeface="+mj-lt"/>
            </a:endParaRPr>
          </a:p>
        </p:txBody>
      </p:sp>
      <p:pic>
        <p:nvPicPr>
          <p:cNvPr id="5" name="Imagen 4">
            <a:extLst>
              <a:ext uri="{FF2B5EF4-FFF2-40B4-BE49-F238E27FC236}">
                <a16:creationId xmlns:a16="http://schemas.microsoft.com/office/drawing/2014/main" id="{6D1E53C1-41E5-40E4-BB9F-4E78AFEB2867}"/>
              </a:ext>
            </a:extLst>
          </p:cNvPr>
          <p:cNvPicPr>
            <a:picLocks noChangeAspect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5135" r="9622"/>
          <a:stretch/>
        </p:blipFill>
        <p:spPr>
          <a:xfrm>
            <a:off x="9561541" y="5284310"/>
            <a:ext cx="2630459" cy="1234325"/>
          </a:xfrm>
          <a:prstGeom prst="rect">
            <a:avLst/>
          </a:prstGeom>
        </p:spPr>
      </p:pic>
      <p:graphicFrame>
        <p:nvGraphicFramePr>
          <p:cNvPr id="7" name="Diagrama 6">
            <a:extLst>
              <a:ext uri="{FF2B5EF4-FFF2-40B4-BE49-F238E27FC236}">
                <a16:creationId xmlns:a16="http://schemas.microsoft.com/office/drawing/2014/main" id="{CD20B017-496B-4A94-87BE-1DA0FC45FBD2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845292433"/>
              </p:ext>
            </p:extLst>
          </p:nvPr>
        </p:nvGraphicFramePr>
        <p:xfrm>
          <a:off x="495429" y="1390870"/>
          <a:ext cx="9374433" cy="4564057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3" r:lo="rId4" r:qs="rId5" r:cs="rId6"/>
          </a:graphicData>
        </a:graphic>
      </p:graphicFrame>
    </p:spTree>
    <p:extLst>
      <p:ext uri="{BB962C8B-B14F-4D97-AF65-F5344CB8AC3E}">
        <p14:creationId xmlns:p14="http://schemas.microsoft.com/office/powerpoint/2010/main" val="797959451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4129569945"/>
      </p:ext>
    </p:extLst>
  </p:cSld>
  <p:clrMapOvr>
    <a:masterClrMapping/>
  </p:clrMapOvr>
</p:sld>
</file>

<file path=ppt/theme/theme1.xml><?xml version="1.0" encoding="utf-8"?>
<a:theme xmlns:a="http://schemas.openxmlformats.org/drawingml/2006/main" name="PLANTILLA PRESENTACIÓN UNISANGIL 2023">
  <a:themeElements>
    <a:clrScheme name="Tema de 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PLANTILLA PRESENTACIÓN UNISANGIL 2023" id="{E144AEB2-A751-4AE7-A32F-0E7FF91C2CD8}" vid="{C5A59DEB-3825-4541-B399-1F721644B932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PLANTILLA PRESENTACIÓN UNISANGIL 2023</Template>
  <TotalTime>1170</TotalTime>
  <Words>275</Words>
  <Application>Microsoft Office PowerPoint</Application>
  <PresentationFormat>Panorámica</PresentationFormat>
  <Paragraphs>26</Paragraphs>
  <Slides>6</Slides>
  <Notes>0</Notes>
  <HiddenSlides>0</HiddenSlides>
  <MMClips>0</MMClips>
  <ScaleCrop>false</ScaleCrop>
  <HeadingPairs>
    <vt:vector size="6" baseType="variant">
      <vt:variant>
        <vt:lpstr>Fuentes usadas</vt:lpstr>
      </vt:variant>
      <vt:variant>
        <vt:i4>5</vt:i4>
      </vt:variant>
      <vt:variant>
        <vt:lpstr>Tema</vt:lpstr>
      </vt:variant>
      <vt:variant>
        <vt:i4>1</vt:i4>
      </vt:variant>
      <vt:variant>
        <vt:lpstr>Títulos de diapositiva</vt:lpstr>
      </vt:variant>
      <vt:variant>
        <vt:i4>6</vt:i4>
      </vt:variant>
    </vt:vector>
  </HeadingPairs>
  <TitlesOfParts>
    <vt:vector size="12" baseType="lpstr">
      <vt:lpstr>Arial</vt:lpstr>
      <vt:lpstr>Calibri</vt:lpstr>
      <vt:lpstr>Poppins</vt:lpstr>
      <vt:lpstr>Poppins regular</vt:lpstr>
      <vt:lpstr>Trebuchet MS</vt:lpstr>
      <vt:lpstr>PLANTILLA PRESENTACIÓN UNISANGIL 2023</vt:lpstr>
      <vt:lpstr>EcoQuest:  Una aventura interactiva para salvar el planeta del cambio climático</vt:lpstr>
      <vt:lpstr>CONTEXTO</vt:lpstr>
      <vt:lpstr>TECNOLOGIAS</vt:lpstr>
      <vt:lpstr>AREAS </vt:lpstr>
      <vt:lpstr>DIAGRAMA INFORMACIÓN </vt:lpstr>
      <vt:lpstr>Presentación de PowerPoint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Presentación de PowerPoint</dc:title>
  <dc:creator>DIR MERCADEO Y COMUNICACIONES</dc:creator>
  <cp:lastModifiedBy>LICETH RODRIGUEZ</cp:lastModifiedBy>
  <cp:revision>29</cp:revision>
  <dcterms:created xsi:type="dcterms:W3CDTF">2023-02-21T14:45:31Z</dcterms:created>
  <dcterms:modified xsi:type="dcterms:W3CDTF">2025-08-15T17:38:46Z</dcterms:modified>
</cp:coreProperties>
</file>